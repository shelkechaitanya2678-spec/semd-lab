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77" r:id="rId7"/>
    <p:sldId id="279" r:id="rId8"/>
    <p:sldId id="278" r:id="rId9"/>
    <p:sldId id="285" r:id="rId10"/>
    <p:sldId id="298" r:id="rId11"/>
    <p:sldId id="284" r:id="rId12"/>
    <p:sldId id="281" r:id="rId13"/>
    <p:sldId id="299" r:id="rId14"/>
    <p:sldId id="282" r:id="rId15"/>
    <p:sldId id="280" r:id="rId16"/>
    <p:sldId id="303" r:id="rId17"/>
    <p:sldId id="305" r:id="rId18"/>
    <p:sldId id="306" r:id="rId19"/>
    <p:sldId id="304" r:id="rId20"/>
    <p:sldId id="300" r:id="rId21"/>
    <p:sldId id="297"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showGuides="1">
      <p:cViewPr varScale="1">
        <p:scale>
          <a:sx n="78" d="100"/>
          <a:sy n="78" d="100"/>
        </p:scale>
        <p:origin x="878" y="72"/>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389B65-AE4E-487C-97D2-1D08AB293BF8}"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988AE-0DCE-4952-B812-6B8BB184A465}" type="slidenum">
              <a:rPr lang="en-IN" smtClean="0"/>
              <a:t>‹#›</a:t>
            </a:fld>
            <a:endParaRPr lang="en-IN"/>
          </a:p>
        </p:txBody>
      </p:sp>
    </p:spTree>
    <p:extLst>
      <p:ext uri="{BB962C8B-B14F-4D97-AF65-F5344CB8AC3E}">
        <p14:creationId xmlns:p14="http://schemas.microsoft.com/office/powerpoint/2010/main" val="3702410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3</a:t>
            </a:fld>
            <a:endParaRPr lang="en-IN"/>
          </a:p>
        </p:txBody>
      </p:sp>
    </p:spTree>
    <p:extLst>
      <p:ext uri="{BB962C8B-B14F-4D97-AF65-F5344CB8AC3E}">
        <p14:creationId xmlns:p14="http://schemas.microsoft.com/office/powerpoint/2010/main" val="3268901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4</a:t>
            </a:fld>
            <a:endParaRPr lang="en-IN"/>
          </a:p>
        </p:txBody>
      </p:sp>
    </p:spTree>
    <p:extLst>
      <p:ext uri="{BB962C8B-B14F-4D97-AF65-F5344CB8AC3E}">
        <p14:creationId xmlns:p14="http://schemas.microsoft.com/office/powerpoint/2010/main" val="3583799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6</a:t>
            </a:fld>
            <a:endParaRPr lang="en-IN"/>
          </a:p>
        </p:txBody>
      </p:sp>
    </p:spTree>
    <p:extLst>
      <p:ext uri="{BB962C8B-B14F-4D97-AF65-F5344CB8AC3E}">
        <p14:creationId xmlns:p14="http://schemas.microsoft.com/office/powerpoint/2010/main" val="115231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10</a:t>
            </a:fld>
            <a:endParaRPr lang="en-IN"/>
          </a:p>
        </p:txBody>
      </p:sp>
    </p:spTree>
    <p:extLst>
      <p:ext uri="{BB962C8B-B14F-4D97-AF65-F5344CB8AC3E}">
        <p14:creationId xmlns:p14="http://schemas.microsoft.com/office/powerpoint/2010/main" val="3901668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988AE-0DCE-4952-B812-6B8BB184A465}" type="slidenum">
              <a:rPr lang="en-IN" smtClean="0"/>
              <a:t>11</a:t>
            </a:fld>
            <a:endParaRPr lang="en-IN"/>
          </a:p>
        </p:txBody>
      </p:sp>
    </p:spTree>
    <p:extLst>
      <p:ext uri="{BB962C8B-B14F-4D97-AF65-F5344CB8AC3E}">
        <p14:creationId xmlns:p14="http://schemas.microsoft.com/office/powerpoint/2010/main" val="1683851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6D50-1A11-9FD2-8CD5-CA9AB989C2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AF36E5-A066-8F7F-09FE-D2D523BAF0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49C9D7-EF4D-A24E-7382-2308FD343B99}"/>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5" name="Footer Placeholder 4">
            <a:extLst>
              <a:ext uri="{FF2B5EF4-FFF2-40B4-BE49-F238E27FC236}">
                <a16:creationId xmlns:a16="http://schemas.microsoft.com/office/drawing/2014/main" id="{AB4EA9CF-C7FC-4886-ED19-3326B0723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B0E9A1-947D-A164-02E7-F1B3198F99DC}"/>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710990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40DF-502E-1B8A-9D85-DDF5350942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91D909-4852-2062-4D5E-69E9FF066E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34A521-D54B-AF5F-B613-4B61E67ABB4A}"/>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5" name="Footer Placeholder 4">
            <a:extLst>
              <a:ext uri="{FF2B5EF4-FFF2-40B4-BE49-F238E27FC236}">
                <a16:creationId xmlns:a16="http://schemas.microsoft.com/office/drawing/2014/main" id="{9D0907F2-216D-C1A1-24C1-A58A988062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190782-EA07-628B-77E6-0363FC917568}"/>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162845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AFB50-4644-470A-5D3B-5F34FD62BE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8663B2-421D-07F6-352A-9C0934586C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C0A283-1A19-F1CC-3079-93A9176E384F}"/>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5" name="Footer Placeholder 4">
            <a:extLst>
              <a:ext uri="{FF2B5EF4-FFF2-40B4-BE49-F238E27FC236}">
                <a16:creationId xmlns:a16="http://schemas.microsoft.com/office/drawing/2014/main" id="{574FDAD4-D61A-FB8A-5A2F-EF71CEE4F8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A1F764-A824-E996-87DD-A6CD47C71792}"/>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931483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FE3BC-8051-09BB-CF88-B0E763B83D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3126D7-D041-D879-72E4-15F3C0EA93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B2CD0D-4DDC-8475-0B04-970B77E59E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E930F5-3D0F-4AE0-F8E1-4902EBD0CECE}"/>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6" name="Footer Placeholder 5">
            <a:extLst>
              <a:ext uri="{FF2B5EF4-FFF2-40B4-BE49-F238E27FC236}">
                <a16:creationId xmlns:a16="http://schemas.microsoft.com/office/drawing/2014/main" id="{A4F4CECA-AFFB-04B3-852E-871178CD89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8168A1-810B-EE97-DA45-9DB117E75863}"/>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13904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5F0F9-5CFF-3FB0-0EAB-0D98245B06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4067CC-9A9B-2B32-86F6-6C18AB4D7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309A8-873E-66F6-9D55-5EAD9DD65F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CCFC29-72F2-B5AC-7AA3-89750D0577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025444-31B5-44CC-D4C2-AC9F05EA2E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BE79D2-C368-F930-A06D-AA0C8077E1BF}"/>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8" name="Footer Placeholder 7">
            <a:extLst>
              <a:ext uri="{FF2B5EF4-FFF2-40B4-BE49-F238E27FC236}">
                <a16:creationId xmlns:a16="http://schemas.microsoft.com/office/drawing/2014/main" id="{40B0933C-396F-B9B9-50F9-F52A68C6B5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641810-1BC6-62F8-F753-CEEA1EB897ED}"/>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62737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95790-0920-B4EB-3D86-3F5CDF19E1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32F458-54F5-E0E4-6BA6-9AC9AA26F392}"/>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4" name="Footer Placeholder 3">
            <a:extLst>
              <a:ext uri="{FF2B5EF4-FFF2-40B4-BE49-F238E27FC236}">
                <a16:creationId xmlns:a16="http://schemas.microsoft.com/office/drawing/2014/main" id="{AFCE23DD-52BB-9395-A78F-77269AFF3EA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E8B915-95ED-0BE3-6A57-DB4030D73EC1}"/>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237298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5EC7EA-0788-9F8E-A91F-198D99163299}"/>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3" name="Footer Placeholder 2">
            <a:extLst>
              <a:ext uri="{FF2B5EF4-FFF2-40B4-BE49-F238E27FC236}">
                <a16:creationId xmlns:a16="http://schemas.microsoft.com/office/drawing/2014/main" id="{2E2DA07F-E4C9-67D2-6309-B1A74E90D2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C3F459-9A5F-DC5C-691C-905ADC253318}"/>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1419936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C23B-CB7F-49C0-179D-23D592D040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B33644-F963-2C42-4826-650AEC527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86BAA57-61EB-8537-77B5-81A618F6A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6F1CF-5DA8-C7C1-855A-5D848893BE34}"/>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6" name="Footer Placeholder 5">
            <a:extLst>
              <a:ext uri="{FF2B5EF4-FFF2-40B4-BE49-F238E27FC236}">
                <a16:creationId xmlns:a16="http://schemas.microsoft.com/office/drawing/2014/main" id="{3EEE8821-CC51-7CD7-015C-ADDDDB1B99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9F44ED-AA66-2427-84FB-F6188D31F76F}"/>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867573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37B8-CD30-2C1F-7D89-E1E085F3B4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4788BD-16A9-D154-26C5-329CC37D82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3D4B6D-27F0-D043-D8C7-8642EE5A5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2D2A82-6EDD-F6B1-AF2C-18C29216C364}"/>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6" name="Footer Placeholder 5">
            <a:extLst>
              <a:ext uri="{FF2B5EF4-FFF2-40B4-BE49-F238E27FC236}">
                <a16:creationId xmlns:a16="http://schemas.microsoft.com/office/drawing/2014/main" id="{3F6809F1-4E2D-1122-1A75-9C36925B29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5D8833-B7F1-8A79-48AF-4B62ED4C9EBB}"/>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279232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03C7-1BDE-14BF-9EE1-1E4285115E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5F9B81-917D-F472-2DF4-F272BD28FC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7915ED-F37C-5188-7674-70B81FC1D922}"/>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5" name="Footer Placeholder 4">
            <a:extLst>
              <a:ext uri="{FF2B5EF4-FFF2-40B4-BE49-F238E27FC236}">
                <a16:creationId xmlns:a16="http://schemas.microsoft.com/office/drawing/2014/main" id="{AA25BEA7-FFD5-4294-7EDA-08DA360DCC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A8630D-C43A-91BF-E329-77B7B2FA9063}"/>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1316092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72C80B-EA95-1E3E-EF47-E5C0C39C62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334FAC-4D78-E9AE-B160-536E930C8B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9201FC-D5E9-C4B2-5229-428193B73868}"/>
              </a:ext>
            </a:extLst>
          </p:cNvPr>
          <p:cNvSpPr>
            <a:spLocks noGrp="1"/>
          </p:cNvSpPr>
          <p:nvPr>
            <p:ph type="dt" sz="half" idx="10"/>
          </p:nvPr>
        </p:nvSpPr>
        <p:spPr/>
        <p:txBody>
          <a:bodyPr/>
          <a:lstStyle/>
          <a:p>
            <a:fld id="{A512F380-E859-4A6A-AD92-25A76298EFEF}" type="datetimeFigureOut">
              <a:rPr lang="en-IN" smtClean="0"/>
              <a:t>19-04-2026</a:t>
            </a:fld>
            <a:endParaRPr lang="en-IN"/>
          </a:p>
        </p:txBody>
      </p:sp>
      <p:sp>
        <p:nvSpPr>
          <p:cNvPr id="5" name="Footer Placeholder 4">
            <a:extLst>
              <a:ext uri="{FF2B5EF4-FFF2-40B4-BE49-F238E27FC236}">
                <a16:creationId xmlns:a16="http://schemas.microsoft.com/office/drawing/2014/main" id="{2C251978-C8AF-BFDB-9721-A58A8D73E2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524988-5478-A2B1-E0E4-2B5A1E52D6CD}"/>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445183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5CE104-1C9F-7EEC-6C01-575043D13A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08F620-FBA1-326B-91EF-59548E1C97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4FDDEB-F771-8326-0504-35898036C7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12F380-E859-4A6A-AD92-25A76298EFEF}" type="datetimeFigureOut">
              <a:rPr lang="en-IN" smtClean="0"/>
              <a:t>19-04-2026</a:t>
            </a:fld>
            <a:endParaRPr lang="en-IN"/>
          </a:p>
        </p:txBody>
      </p:sp>
      <p:sp>
        <p:nvSpPr>
          <p:cNvPr id="5" name="Footer Placeholder 4">
            <a:extLst>
              <a:ext uri="{FF2B5EF4-FFF2-40B4-BE49-F238E27FC236}">
                <a16:creationId xmlns:a16="http://schemas.microsoft.com/office/drawing/2014/main" id="{1FF7E917-2A92-EA3A-67D0-28D62D587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801DA54-6D4E-F861-7DC3-55A9BE6A02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D60EFC-89D2-4B20-B2BF-1D5FA322B792}" type="slidenum">
              <a:rPr lang="en-IN" smtClean="0"/>
              <a:t>‹#›</a:t>
            </a:fld>
            <a:endParaRPr lang="en-IN"/>
          </a:p>
        </p:txBody>
      </p:sp>
    </p:spTree>
    <p:extLst>
      <p:ext uri="{BB962C8B-B14F-4D97-AF65-F5344CB8AC3E}">
        <p14:creationId xmlns:p14="http://schemas.microsoft.com/office/powerpoint/2010/main" val="2023757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png"/><Relationship Id="rId7"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5905" y="-12123"/>
            <a:ext cx="11680190" cy="6510942"/>
          </a:xfrm>
          <a:custGeom>
            <a:avLst/>
            <a:gdLst/>
            <a:ahLst/>
            <a:cxnLst/>
            <a:rect l="l" t="t" r="r" b="b"/>
            <a:pathLst>
              <a:path w="17520285" h="9497695">
                <a:moveTo>
                  <a:pt x="17519975" y="9497520"/>
                </a:moveTo>
                <a:lnTo>
                  <a:pt x="0" y="9497520"/>
                </a:lnTo>
                <a:lnTo>
                  <a:pt x="0" y="0"/>
                </a:lnTo>
                <a:lnTo>
                  <a:pt x="17519975" y="0"/>
                </a:lnTo>
                <a:lnTo>
                  <a:pt x="17519975" y="9497520"/>
                </a:lnTo>
                <a:close/>
              </a:path>
            </a:pathLst>
          </a:custGeom>
          <a:solidFill>
            <a:srgbClr val="D14625"/>
          </a:solidFill>
        </p:spPr>
        <p:txBody>
          <a:bodyPr wrap="square" lIns="0" tIns="0" rIns="0" bIns="0" rtlCol="0"/>
          <a:lstStyle/>
          <a:p>
            <a:endParaRPr sz="1200"/>
          </a:p>
        </p:txBody>
      </p:sp>
      <p:sp>
        <p:nvSpPr>
          <p:cNvPr id="4" name="object 4"/>
          <p:cNvSpPr txBox="1"/>
          <p:nvPr/>
        </p:nvSpPr>
        <p:spPr>
          <a:xfrm>
            <a:off x="4987231" y="394065"/>
            <a:ext cx="2477769" cy="208604"/>
          </a:xfrm>
          <a:prstGeom prst="rect">
            <a:avLst/>
          </a:prstGeom>
        </p:spPr>
        <p:txBody>
          <a:bodyPr vert="horz" wrap="square" lIns="0" tIns="8467" rIns="0" bIns="0" rtlCol="0">
            <a:spAutoFit/>
          </a:bodyPr>
          <a:lstStyle/>
          <a:p>
            <a:pPr marL="8467">
              <a:spcBef>
                <a:spcPts val="67"/>
              </a:spcBef>
            </a:pPr>
            <a:r>
              <a:rPr sz="1300" b="1" spc="-30" dirty="0">
                <a:latin typeface="Times New Roman"/>
                <a:cs typeface="Times New Roman"/>
              </a:rPr>
              <a:t>Sanjivani</a:t>
            </a:r>
            <a:r>
              <a:rPr sz="1300" b="1" spc="-50" dirty="0">
                <a:latin typeface="Times New Roman"/>
                <a:cs typeface="Times New Roman"/>
              </a:rPr>
              <a:t> </a:t>
            </a:r>
            <a:r>
              <a:rPr sz="1300" b="1" spc="-27" dirty="0">
                <a:latin typeface="Times New Roman"/>
                <a:cs typeface="Times New Roman"/>
              </a:rPr>
              <a:t>Rural</a:t>
            </a:r>
            <a:r>
              <a:rPr sz="1300" b="1" spc="-47" dirty="0">
                <a:latin typeface="Times New Roman"/>
                <a:cs typeface="Times New Roman"/>
              </a:rPr>
              <a:t> </a:t>
            </a:r>
            <a:r>
              <a:rPr sz="1300" b="1" spc="-27" dirty="0">
                <a:latin typeface="Times New Roman"/>
                <a:cs typeface="Times New Roman"/>
              </a:rPr>
              <a:t>Education</a:t>
            </a:r>
            <a:r>
              <a:rPr sz="1300" b="1" spc="-50" dirty="0">
                <a:latin typeface="Times New Roman"/>
                <a:cs typeface="Times New Roman"/>
              </a:rPr>
              <a:t> </a:t>
            </a:r>
            <a:r>
              <a:rPr sz="1300" b="1" spc="-7" dirty="0">
                <a:latin typeface="Times New Roman"/>
                <a:cs typeface="Times New Roman"/>
              </a:rPr>
              <a:t>Society’s</a:t>
            </a:r>
            <a:endParaRPr sz="1300" dirty="0">
              <a:latin typeface="Times New Roman"/>
              <a:cs typeface="Times New Roman"/>
            </a:endParaRPr>
          </a:p>
        </p:txBody>
      </p:sp>
      <p:sp>
        <p:nvSpPr>
          <p:cNvPr id="5" name="object 5"/>
          <p:cNvSpPr txBox="1">
            <a:spLocks noGrp="1"/>
          </p:cNvSpPr>
          <p:nvPr>
            <p:ph type="title"/>
          </p:nvPr>
        </p:nvSpPr>
        <p:spPr>
          <a:xfrm>
            <a:off x="2600801" y="798877"/>
            <a:ext cx="8393853" cy="470215"/>
          </a:xfrm>
          <a:prstGeom prst="rect">
            <a:avLst/>
          </a:prstGeom>
        </p:spPr>
        <p:txBody>
          <a:bodyPr vert="horz" wrap="square" lIns="0" tIns="8467" rIns="0" bIns="0" rtlCol="0" anchor="ctr">
            <a:spAutoFit/>
          </a:bodyPr>
          <a:lstStyle/>
          <a:p>
            <a:pPr marL="8467">
              <a:lnSpc>
                <a:spcPct val="100000"/>
              </a:lnSpc>
              <a:spcBef>
                <a:spcPts val="67"/>
              </a:spcBef>
            </a:pPr>
            <a:r>
              <a:rPr sz="3000" spc="-63" dirty="0">
                <a:solidFill>
                  <a:srgbClr val="FFFFFF"/>
                </a:solidFill>
              </a:rPr>
              <a:t>Sanjivani</a:t>
            </a:r>
            <a:r>
              <a:rPr sz="3000" spc="-87" dirty="0">
                <a:solidFill>
                  <a:srgbClr val="FFFFFF"/>
                </a:solidFill>
              </a:rPr>
              <a:t> </a:t>
            </a:r>
            <a:r>
              <a:rPr sz="3000" dirty="0">
                <a:solidFill>
                  <a:srgbClr val="FFFFFF"/>
                </a:solidFill>
              </a:rPr>
              <a:t>College</a:t>
            </a:r>
            <a:r>
              <a:rPr sz="3000" spc="-83" dirty="0">
                <a:solidFill>
                  <a:srgbClr val="FFFFFF"/>
                </a:solidFill>
              </a:rPr>
              <a:t> </a:t>
            </a:r>
            <a:r>
              <a:rPr sz="3000" dirty="0">
                <a:solidFill>
                  <a:srgbClr val="FFFFFF"/>
                </a:solidFill>
              </a:rPr>
              <a:t>of</a:t>
            </a:r>
            <a:r>
              <a:rPr sz="3000" spc="-87" dirty="0">
                <a:solidFill>
                  <a:srgbClr val="FFFFFF"/>
                </a:solidFill>
              </a:rPr>
              <a:t> </a:t>
            </a:r>
            <a:r>
              <a:rPr sz="3000" spc="-53" dirty="0">
                <a:solidFill>
                  <a:srgbClr val="FFFFFF"/>
                </a:solidFill>
              </a:rPr>
              <a:t>Engineering,</a:t>
            </a:r>
            <a:r>
              <a:rPr sz="3000" spc="-83" dirty="0">
                <a:solidFill>
                  <a:srgbClr val="FFFFFF"/>
                </a:solidFill>
              </a:rPr>
              <a:t> </a:t>
            </a:r>
            <a:r>
              <a:rPr sz="3000" spc="-80" dirty="0">
                <a:solidFill>
                  <a:srgbClr val="FFFFFF"/>
                </a:solidFill>
              </a:rPr>
              <a:t>Kopargaon-</a:t>
            </a:r>
            <a:r>
              <a:rPr sz="3000" spc="-7" dirty="0">
                <a:solidFill>
                  <a:srgbClr val="FFFFFF"/>
                </a:solidFill>
              </a:rPr>
              <a:t>423603</a:t>
            </a:r>
            <a:endParaRPr sz="3000" dirty="0"/>
          </a:p>
        </p:txBody>
      </p:sp>
      <p:pic>
        <p:nvPicPr>
          <p:cNvPr id="6" name="object 6"/>
          <p:cNvPicPr/>
          <p:nvPr/>
        </p:nvPicPr>
        <p:blipFill>
          <a:blip r:embed="rId2" cstate="print"/>
          <a:stretch>
            <a:fillRect/>
          </a:stretch>
        </p:blipFill>
        <p:spPr>
          <a:xfrm>
            <a:off x="537577" y="534933"/>
            <a:ext cx="1185507" cy="1333499"/>
          </a:xfrm>
          <a:prstGeom prst="rect">
            <a:avLst/>
          </a:prstGeom>
        </p:spPr>
      </p:pic>
      <p:sp>
        <p:nvSpPr>
          <p:cNvPr id="7" name="object 7"/>
          <p:cNvSpPr txBox="1"/>
          <p:nvPr/>
        </p:nvSpPr>
        <p:spPr>
          <a:xfrm>
            <a:off x="2424641" y="1515868"/>
            <a:ext cx="7342717" cy="3206861"/>
          </a:xfrm>
          <a:prstGeom prst="rect">
            <a:avLst/>
          </a:prstGeom>
        </p:spPr>
        <p:txBody>
          <a:bodyPr vert="horz" wrap="square" lIns="0" tIns="8467" rIns="0" bIns="0" rtlCol="0">
            <a:spAutoFit/>
          </a:bodyPr>
          <a:lstStyle/>
          <a:p>
            <a:pPr algn="ctr">
              <a:lnSpc>
                <a:spcPts val="1993"/>
              </a:lnSpc>
              <a:spcBef>
                <a:spcPts val="67"/>
              </a:spcBef>
            </a:pPr>
            <a:r>
              <a:rPr sz="1700" spc="47" dirty="0">
                <a:latin typeface="Times New Roman"/>
                <a:cs typeface="Times New Roman"/>
              </a:rPr>
              <a:t>(An</a:t>
            </a:r>
            <a:r>
              <a:rPr sz="1700" spc="27" dirty="0">
                <a:latin typeface="Times New Roman"/>
                <a:cs typeface="Times New Roman"/>
              </a:rPr>
              <a:t> </a:t>
            </a:r>
            <a:r>
              <a:rPr sz="1700" spc="70" dirty="0">
                <a:latin typeface="Times New Roman"/>
                <a:cs typeface="Times New Roman"/>
              </a:rPr>
              <a:t>Autonomous</a:t>
            </a:r>
            <a:r>
              <a:rPr sz="1700" spc="27" dirty="0">
                <a:latin typeface="Times New Roman"/>
                <a:cs typeface="Times New Roman"/>
              </a:rPr>
              <a:t> </a:t>
            </a:r>
            <a:r>
              <a:rPr sz="1700" spc="50" dirty="0">
                <a:latin typeface="Times New Roman"/>
                <a:cs typeface="Times New Roman"/>
              </a:rPr>
              <a:t>Institute</a:t>
            </a:r>
            <a:r>
              <a:rPr sz="1700" spc="27" dirty="0">
                <a:latin typeface="Times New Roman"/>
                <a:cs typeface="Times New Roman"/>
              </a:rPr>
              <a:t> </a:t>
            </a:r>
            <a:r>
              <a:rPr sz="1700" dirty="0">
                <a:latin typeface="Times New Roman"/>
                <a:cs typeface="Times New Roman"/>
              </a:rPr>
              <a:t>Affiliated</a:t>
            </a:r>
            <a:r>
              <a:rPr sz="1700" spc="30" dirty="0">
                <a:latin typeface="Times New Roman"/>
                <a:cs typeface="Times New Roman"/>
              </a:rPr>
              <a:t> </a:t>
            </a:r>
            <a:r>
              <a:rPr sz="1700" spc="83" dirty="0">
                <a:latin typeface="Times New Roman"/>
                <a:cs typeface="Times New Roman"/>
              </a:rPr>
              <a:t>to</a:t>
            </a:r>
            <a:r>
              <a:rPr sz="1700" spc="27" dirty="0">
                <a:latin typeface="Times New Roman"/>
                <a:cs typeface="Times New Roman"/>
              </a:rPr>
              <a:t> </a:t>
            </a:r>
            <a:r>
              <a:rPr sz="1700" spc="33" dirty="0">
                <a:latin typeface="Times New Roman"/>
                <a:cs typeface="Times New Roman"/>
              </a:rPr>
              <a:t>Savitribai</a:t>
            </a:r>
            <a:r>
              <a:rPr sz="1700" spc="27" dirty="0">
                <a:latin typeface="Times New Roman"/>
                <a:cs typeface="Times New Roman"/>
              </a:rPr>
              <a:t> </a:t>
            </a:r>
            <a:r>
              <a:rPr sz="1700" spc="40" dirty="0">
                <a:latin typeface="Times New Roman"/>
                <a:cs typeface="Times New Roman"/>
              </a:rPr>
              <a:t>Phule</a:t>
            </a:r>
            <a:r>
              <a:rPr sz="1700" spc="27" dirty="0">
                <a:latin typeface="Times New Roman"/>
                <a:cs typeface="Times New Roman"/>
              </a:rPr>
              <a:t> </a:t>
            </a:r>
            <a:r>
              <a:rPr sz="1700" spc="57" dirty="0">
                <a:latin typeface="Times New Roman"/>
                <a:cs typeface="Times New Roman"/>
              </a:rPr>
              <a:t>Pune</a:t>
            </a:r>
            <a:r>
              <a:rPr sz="1700" spc="30" dirty="0">
                <a:latin typeface="Times New Roman"/>
                <a:cs typeface="Times New Roman"/>
              </a:rPr>
              <a:t> </a:t>
            </a:r>
            <a:r>
              <a:rPr sz="1700" spc="33" dirty="0">
                <a:latin typeface="Times New Roman"/>
                <a:cs typeface="Times New Roman"/>
              </a:rPr>
              <a:t>University,</a:t>
            </a:r>
            <a:r>
              <a:rPr sz="1700" spc="27" dirty="0">
                <a:latin typeface="Times New Roman"/>
                <a:cs typeface="Times New Roman"/>
              </a:rPr>
              <a:t> </a:t>
            </a:r>
            <a:r>
              <a:rPr sz="1700" spc="37" dirty="0">
                <a:latin typeface="Times New Roman"/>
                <a:cs typeface="Times New Roman"/>
              </a:rPr>
              <a:t>Pune)</a:t>
            </a:r>
            <a:endParaRPr sz="1700" dirty="0">
              <a:latin typeface="Times New Roman"/>
              <a:cs typeface="Times New Roman"/>
            </a:endParaRPr>
          </a:p>
          <a:p>
            <a:pPr algn="ctr">
              <a:lnSpc>
                <a:spcPts val="2060"/>
              </a:lnSpc>
            </a:pPr>
            <a:r>
              <a:rPr b="1" dirty="0">
                <a:solidFill>
                  <a:srgbClr val="FFFFFF"/>
                </a:solidFill>
                <a:latin typeface="Times New Roman"/>
                <a:cs typeface="Times New Roman"/>
              </a:rPr>
              <a:t>NAAC</a:t>
            </a:r>
            <a:r>
              <a:rPr b="1" spc="-23" dirty="0">
                <a:solidFill>
                  <a:srgbClr val="FFFFFF"/>
                </a:solidFill>
                <a:latin typeface="Times New Roman"/>
                <a:cs typeface="Times New Roman"/>
              </a:rPr>
              <a:t> </a:t>
            </a:r>
            <a:r>
              <a:rPr b="1" spc="-73" dirty="0">
                <a:solidFill>
                  <a:srgbClr val="FFFFFF"/>
                </a:solidFill>
                <a:latin typeface="Times New Roman"/>
                <a:cs typeface="Times New Roman"/>
              </a:rPr>
              <a:t>‘A’</a:t>
            </a:r>
            <a:r>
              <a:rPr b="1" spc="-20" dirty="0">
                <a:solidFill>
                  <a:srgbClr val="FFFFFF"/>
                </a:solidFill>
                <a:latin typeface="Times New Roman"/>
                <a:cs typeface="Times New Roman"/>
              </a:rPr>
              <a:t> </a:t>
            </a:r>
            <a:r>
              <a:rPr b="1" spc="-40" dirty="0">
                <a:solidFill>
                  <a:srgbClr val="FFFFFF"/>
                </a:solidFill>
                <a:latin typeface="Times New Roman"/>
                <a:cs typeface="Times New Roman"/>
              </a:rPr>
              <a:t>Grade</a:t>
            </a:r>
            <a:r>
              <a:rPr b="1" spc="-23" dirty="0">
                <a:solidFill>
                  <a:srgbClr val="FFFFFF"/>
                </a:solidFill>
                <a:latin typeface="Times New Roman"/>
                <a:cs typeface="Times New Roman"/>
              </a:rPr>
              <a:t> </a:t>
            </a:r>
            <a:r>
              <a:rPr b="1" spc="-7" dirty="0">
                <a:solidFill>
                  <a:srgbClr val="FFFFFF"/>
                </a:solidFill>
                <a:latin typeface="Times New Roman"/>
                <a:cs typeface="Times New Roman"/>
              </a:rPr>
              <a:t>Accredited</a:t>
            </a:r>
            <a:endParaRPr dirty="0">
              <a:latin typeface="Times New Roman"/>
              <a:cs typeface="Times New Roman"/>
            </a:endParaRPr>
          </a:p>
          <a:p>
            <a:pPr marL="247239" algn="ctr">
              <a:lnSpc>
                <a:spcPts val="3063"/>
              </a:lnSpc>
            </a:pPr>
            <a:r>
              <a:rPr sz="2600" b="1" spc="-50" dirty="0">
                <a:solidFill>
                  <a:srgbClr val="FFFF00"/>
                </a:solidFill>
                <a:latin typeface="Times New Roman"/>
                <a:cs typeface="Times New Roman"/>
              </a:rPr>
              <a:t>Department</a:t>
            </a:r>
            <a:r>
              <a:rPr sz="2600" b="1" spc="-76" dirty="0">
                <a:solidFill>
                  <a:srgbClr val="FFFF00"/>
                </a:solidFill>
                <a:latin typeface="Times New Roman"/>
                <a:cs typeface="Times New Roman"/>
              </a:rPr>
              <a:t> </a:t>
            </a:r>
            <a:r>
              <a:rPr sz="2600" b="1" dirty="0">
                <a:solidFill>
                  <a:srgbClr val="FFFF00"/>
                </a:solidFill>
                <a:latin typeface="Times New Roman"/>
                <a:cs typeface="Times New Roman"/>
              </a:rPr>
              <a:t>of</a:t>
            </a:r>
            <a:r>
              <a:rPr sz="2600" b="1" spc="-73" dirty="0">
                <a:solidFill>
                  <a:srgbClr val="FFFF00"/>
                </a:solidFill>
                <a:latin typeface="Times New Roman"/>
                <a:cs typeface="Times New Roman"/>
              </a:rPr>
              <a:t> </a:t>
            </a:r>
            <a:r>
              <a:rPr sz="2600" b="1" spc="-57" dirty="0">
                <a:solidFill>
                  <a:srgbClr val="FFFF00"/>
                </a:solidFill>
                <a:latin typeface="Times New Roman"/>
                <a:cs typeface="Times New Roman"/>
              </a:rPr>
              <a:t>Information</a:t>
            </a:r>
            <a:r>
              <a:rPr sz="2600" b="1" spc="-73" dirty="0">
                <a:solidFill>
                  <a:srgbClr val="FFFF00"/>
                </a:solidFill>
                <a:latin typeface="Times New Roman"/>
                <a:cs typeface="Times New Roman"/>
              </a:rPr>
              <a:t> </a:t>
            </a:r>
            <a:r>
              <a:rPr sz="2600" b="1" spc="-7" dirty="0">
                <a:solidFill>
                  <a:srgbClr val="FFFF00"/>
                </a:solidFill>
                <a:latin typeface="Times New Roman"/>
                <a:cs typeface="Times New Roman"/>
              </a:rPr>
              <a:t>Technology</a:t>
            </a:r>
            <a:endParaRPr sz="2600" dirty="0">
              <a:latin typeface="Times New Roman"/>
              <a:cs typeface="Times New Roman"/>
            </a:endParaRPr>
          </a:p>
          <a:p>
            <a:pPr algn="ctr">
              <a:spcBef>
                <a:spcPts val="80"/>
              </a:spcBef>
            </a:pPr>
            <a:r>
              <a:rPr sz="1900" b="1" dirty="0">
                <a:latin typeface="Times New Roman"/>
                <a:cs typeface="Times New Roman"/>
              </a:rPr>
              <a:t>(UG</a:t>
            </a:r>
            <a:r>
              <a:rPr sz="1900" b="1" spc="7" dirty="0">
                <a:latin typeface="Times New Roman"/>
                <a:cs typeface="Times New Roman"/>
              </a:rPr>
              <a:t> </a:t>
            </a:r>
            <a:r>
              <a:rPr sz="1900" b="1" spc="-50" dirty="0">
                <a:latin typeface="Times New Roman"/>
                <a:cs typeface="Times New Roman"/>
              </a:rPr>
              <a:t>program,</a:t>
            </a:r>
            <a:r>
              <a:rPr sz="1900" b="1" spc="17" dirty="0">
                <a:latin typeface="Times New Roman"/>
                <a:cs typeface="Times New Roman"/>
              </a:rPr>
              <a:t> </a:t>
            </a:r>
            <a:r>
              <a:rPr sz="1900" b="1" dirty="0">
                <a:latin typeface="Times New Roman"/>
                <a:cs typeface="Times New Roman"/>
              </a:rPr>
              <a:t>NBA</a:t>
            </a:r>
            <a:r>
              <a:rPr sz="1900" b="1" spc="13" dirty="0">
                <a:latin typeface="Times New Roman"/>
                <a:cs typeface="Times New Roman"/>
              </a:rPr>
              <a:t> </a:t>
            </a:r>
            <a:r>
              <a:rPr sz="1900" b="1" spc="-7" dirty="0">
                <a:latin typeface="Times New Roman"/>
                <a:cs typeface="Times New Roman"/>
              </a:rPr>
              <a:t>Accredited)</a:t>
            </a:r>
            <a:endParaRPr sz="1900" dirty="0">
              <a:latin typeface="Times New Roman"/>
              <a:cs typeface="Times New Roman"/>
            </a:endParaRPr>
          </a:p>
          <a:p>
            <a:pPr marL="99912">
              <a:spcBef>
                <a:spcPts val="1623"/>
              </a:spcBef>
            </a:pPr>
            <a:r>
              <a:rPr sz="3200" b="1" spc="-20" dirty="0">
                <a:latin typeface="Times New Roman"/>
                <a:cs typeface="Times New Roman"/>
              </a:rPr>
              <a:t>Software</a:t>
            </a:r>
            <a:r>
              <a:rPr sz="3200" b="1" spc="-180" dirty="0">
                <a:latin typeface="Times New Roman"/>
                <a:cs typeface="Times New Roman"/>
              </a:rPr>
              <a:t> </a:t>
            </a:r>
            <a:r>
              <a:rPr sz="3200" b="1" spc="-80" dirty="0">
                <a:latin typeface="Times New Roman"/>
                <a:cs typeface="Times New Roman"/>
              </a:rPr>
              <a:t>Engineering</a:t>
            </a:r>
            <a:r>
              <a:rPr sz="3200" b="1" spc="-100" dirty="0">
                <a:latin typeface="Times New Roman"/>
                <a:cs typeface="Times New Roman"/>
              </a:rPr>
              <a:t> </a:t>
            </a:r>
            <a:r>
              <a:rPr sz="3200" b="1" spc="-23" dirty="0">
                <a:latin typeface="Times New Roman"/>
                <a:cs typeface="Times New Roman"/>
              </a:rPr>
              <a:t>Modeling</a:t>
            </a:r>
            <a:r>
              <a:rPr sz="3200" b="1" spc="-97" dirty="0">
                <a:latin typeface="Times New Roman"/>
                <a:cs typeface="Times New Roman"/>
              </a:rPr>
              <a:t> </a:t>
            </a:r>
            <a:r>
              <a:rPr sz="3200" b="1" spc="-213" dirty="0">
                <a:latin typeface="Times New Roman"/>
                <a:cs typeface="Times New Roman"/>
              </a:rPr>
              <a:t>&amp;</a:t>
            </a:r>
            <a:r>
              <a:rPr sz="3200" b="1" spc="-3" dirty="0">
                <a:latin typeface="Times New Roman"/>
                <a:cs typeface="Times New Roman"/>
              </a:rPr>
              <a:t> </a:t>
            </a:r>
            <a:r>
              <a:rPr sz="3200" b="1" spc="-7" dirty="0">
                <a:latin typeface="Times New Roman"/>
                <a:cs typeface="Times New Roman"/>
              </a:rPr>
              <a:t>Design</a:t>
            </a:r>
            <a:endParaRPr lang="en-US" sz="3200" dirty="0">
              <a:latin typeface="Times New Roman"/>
              <a:cs typeface="Times New Roman"/>
            </a:endParaRPr>
          </a:p>
          <a:p>
            <a:pPr marL="99912">
              <a:spcBef>
                <a:spcPts val="1623"/>
              </a:spcBef>
            </a:pPr>
            <a:r>
              <a:rPr lang="en-US" sz="3200" b="1" spc="-20" dirty="0">
                <a:solidFill>
                  <a:srgbClr val="FFFFFF"/>
                </a:solidFill>
                <a:latin typeface="Times New Roman"/>
                <a:cs typeface="Times New Roman"/>
              </a:rPr>
              <a:t>      “</a:t>
            </a:r>
            <a:r>
              <a:rPr lang="en-US" sz="2400" b="1" spc="-20" dirty="0">
                <a:solidFill>
                  <a:srgbClr val="FFFFFF"/>
                </a:solidFill>
                <a:latin typeface="Times New Roman"/>
                <a:cs typeface="Times New Roman"/>
              </a:rPr>
              <a:t>Online Agriculture Management ”</a:t>
            </a:r>
          </a:p>
          <a:p>
            <a:pPr marR="255706" algn="ctr">
              <a:spcBef>
                <a:spcPts val="1577"/>
              </a:spcBef>
            </a:pPr>
            <a:endParaRPr sz="2400" dirty="0">
              <a:latin typeface="Times New Roman"/>
              <a:cs typeface="Times New Roman"/>
            </a:endParaRPr>
          </a:p>
        </p:txBody>
      </p:sp>
      <p:sp>
        <p:nvSpPr>
          <p:cNvPr id="9" name="object 9"/>
          <p:cNvSpPr txBox="1"/>
          <p:nvPr/>
        </p:nvSpPr>
        <p:spPr>
          <a:xfrm>
            <a:off x="838826" y="4653481"/>
            <a:ext cx="2099733" cy="876544"/>
          </a:xfrm>
          <a:prstGeom prst="rect">
            <a:avLst/>
          </a:prstGeom>
        </p:spPr>
        <p:txBody>
          <a:bodyPr vert="horz" wrap="square" lIns="0" tIns="8467" rIns="0" bIns="0" rtlCol="0">
            <a:spAutoFit/>
          </a:bodyPr>
          <a:lstStyle/>
          <a:p>
            <a:pPr marL="8467" marR="3387">
              <a:lnSpc>
                <a:spcPct val="150000"/>
              </a:lnSpc>
              <a:spcBef>
                <a:spcPts val="67"/>
              </a:spcBef>
            </a:pPr>
            <a:r>
              <a:rPr sz="2000" b="1" spc="60" dirty="0">
                <a:latin typeface="Times New Roman"/>
                <a:cs typeface="Times New Roman"/>
              </a:rPr>
              <a:t>SEMD</a:t>
            </a:r>
            <a:r>
              <a:rPr sz="2000" b="1" spc="-3" dirty="0">
                <a:latin typeface="Times New Roman"/>
                <a:cs typeface="Times New Roman"/>
              </a:rPr>
              <a:t> </a:t>
            </a:r>
            <a:r>
              <a:rPr sz="2000" b="1" spc="-7" dirty="0" err="1">
                <a:latin typeface="Times New Roman"/>
                <a:cs typeface="Times New Roman"/>
              </a:rPr>
              <a:t>incharge</a:t>
            </a:r>
            <a:r>
              <a:rPr sz="2000" b="1" spc="-7" dirty="0">
                <a:latin typeface="Times New Roman"/>
                <a:cs typeface="Times New Roman"/>
              </a:rPr>
              <a:t> </a:t>
            </a:r>
            <a:r>
              <a:rPr lang="en-IN" sz="2000" b="1" dirty="0">
                <a:solidFill>
                  <a:srgbClr val="FFFFFF"/>
                </a:solidFill>
                <a:latin typeface="Times New Roman"/>
                <a:cs typeface="Times New Roman"/>
              </a:rPr>
              <a:t>Dr</a:t>
            </a:r>
            <a:r>
              <a:rPr sz="2000" b="1" dirty="0">
                <a:solidFill>
                  <a:srgbClr val="FFFFFF"/>
                </a:solidFill>
                <a:latin typeface="Times New Roman"/>
                <a:cs typeface="Times New Roman"/>
              </a:rPr>
              <a:t>.</a:t>
            </a:r>
            <a:r>
              <a:rPr sz="2000" b="1" spc="7" dirty="0">
                <a:solidFill>
                  <a:srgbClr val="FFFFFF"/>
                </a:solidFill>
                <a:latin typeface="Times New Roman"/>
                <a:cs typeface="Times New Roman"/>
              </a:rPr>
              <a:t> </a:t>
            </a:r>
            <a:r>
              <a:rPr lang="en-US" sz="2000" b="1" dirty="0">
                <a:solidFill>
                  <a:srgbClr val="FFFFFF"/>
                </a:solidFill>
                <a:latin typeface="Times New Roman"/>
                <a:cs typeface="Times New Roman"/>
              </a:rPr>
              <a:t>S</a:t>
            </a:r>
            <a:r>
              <a:rPr sz="2000" b="1" dirty="0">
                <a:solidFill>
                  <a:srgbClr val="FFFFFF"/>
                </a:solidFill>
                <a:latin typeface="Times New Roman"/>
                <a:cs typeface="Times New Roman"/>
              </a:rPr>
              <a:t>.</a:t>
            </a:r>
            <a:r>
              <a:rPr sz="2000" b="1" spc="10" dirty="0">
                <a:solidFill>
                  <a:srgbClr val="FFFFFF"/>
                </a:solidFill>
                <a:latin typeface="Times New Roman"/>
                <a:cs typeface="Times New Roman"/>
              </a:rPr>
              <a:t> </a:t>
            </a:r>
            <a:r>
              <a:rPr lang="en-US" sz="2000" b="1" dirty="0">
                <a:solidFill>
                  <a:srgbClr val="FFFFFF"/>
                </a:solidFill>
                <a:latin typeface="Times New Roman"/>
                <a:cs typeface="Times New Roman"/>
              </a:rPr>
              <a:t>N</a:t>
            </a:r>
            <a:r>
              <a:rPr sz="2000" b="1" dirty="0">
                <a:solidFill>
                  <a:srgbClr val="FFFFFF"/>
                </a:solidFill>
                <a:latin typeface="Times New Roman"/>
                <a:cs typeface="Times New Roman"/>
              </a:rPr>
              <a:t>.</a:t>
            </a:r>
            <a:r>
              <a:rPr sz="2000" b="1" spc="10" dirty="0">
                <a:solidFill>
                  <a:srgbClr val="FFFFFF"/>
                </a:solidFill>
                <a:latin typeface="Times New Roman"/>
                <a:cs typeface="Times New Roman"/>
              </a:rPr>
              <a:t> </a:t>
            </a:r>
            <a:r>
              <a:rPr lang="en-US" sz="2000" b="1" spc="-67" dirty="0" err="1">
                <a:solidFill>
                  <a:srgbClr val="FFFFFF"/>
                </a:solidFill>
                <a:latin typeface="Times New Roman"/>
                <a:cs typeface="Times New Roman"/>
              </a:rPr>
              <a:t>Gunjal</a:t>
            </a:r>
            <a:endParaRPr sz="2000" dirty="0">
              <a:latin typeface="Times New Roman"/>
              <a:cs typeface="Times New Roman"/>
            </a:endParaRPr>
          </a:p>
        </p:txBody>
      </p:sp>
      <p:sp>
        <p:nvSpPr>
          <p:cNvPr id="3" name="object 9">
            <a:extLst>
              <a:ext uri="{FF2B5EF4-FFF2-40B4-BE49-F238E27FC236}">
                <a16:creationId xmlns:a16="http://schemas.microsoft.com/office/drawing/2014/main" id="{0F477B95-7FD6-13AC-A663-A11A07E6EF06}"/>
              </a:ext>
            </a:extLst>
          </p:cNvPr>
          <p:cNvSpPr txBox="1"/>
          <p:nvPr/>
        </p:nvSpPr>
        <p:spPr>
          <a:xfrm>
            <a:off x="8398360" y="4884313"/>
            <a:ext cx="2099733" cy="414879"/>
          </a:xfrm>
          <a:prstGeom prst="rect">
            <a:avLst/>
          </a:prstGeom>
        </p:spPr>
        <p:txBody>
          <a:bodyPr vert="horz" wrap="square" lIns="0" tIns="8467" rIns="0" bIns="0" rtlCol="0">
            <a:spAutoFit/>
          </a:bodyPr>
          <a:lstStyle/>
          <a:p>
            <a:pPr marL="8467" marR="3387">
              <a:lnSpc>
                <a:spcPct val="150000"/>
              </a:lnSpc>
              <a:spcBef>
                <a:spcPts val="67"/>
              </a:spcBef>
            </a:pPr>
            <a:r>
              <a:rPr lang="en-US" sz="2000" dirty="0">
                <a:solidFill>
                  <a:schemeClr val="bg1"/>
                </a:solidFill>
                <a:latin typeface="Times New Roman"/>
                <a:cs typeface="Times New Roman"/>
              </a:rPr>
              <a:t>Class : SY IT B</a:t>
            </a:r>
            <a:endParaRPr sz="2000" dirty="0">
              <a:solidFill>
                <a:schemeClr val="bg1"/>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32" y="342442"/>
            <a:ext cx="4641208" cy="685658"/>
          </a:xfrm>
          <a:prstGeom prst="rect">
            <a:avLst/>
          </a:prstGeom>
        </p:spPr>
        <p:txBody>
          <a:bodyPr vert="horz" wrap="square" lIns="0" tIns="8467" rIns="0" bIns="0" rtlCol="0" anchor="ctr">
            <a:spAutoFit/>
          </a:bodyPr>
          <a:lstStyle/>
          <a:p>
            <a:pPr marL="8467">
              <a:lnSpc>
                <a:spcPct val="100000"/>
              </a:lnSpc>
              <a:spcBef>
                <a:spcPts val="67"/>
              </a:spcBef>
            </a:pPr>
            <a:r>
              <a:rPr b="1" spc="-140" dirty="0">
                <a:solidFill>
                  <a:srgbClr val="FF0000"/>
                </a:solidFill>
                <a:latin typeface="Times New Roman" panose="02020603050405020304" pitchFamily="18" charset="0"/>
                <a:cs typeface="Times New Roman" panose="02020603050405020304" pitchFamily="18" charset="0"/>
              </a:rPr>
              <a:t>Group</a:t>
            </a:r>
            <a:r>
              <a:rPr b="1" spc="-87" dirty="0">
                <a:solidFill>
                  <a:srgbClr val="FF0000"/>
                </a:solidFill>
                <a:latin typeface="Times New Roman" panose="02020603050405020304" pitchFamily="18" charset="0"/>
                <a:cs typeface="Times New Roman" panose="02020603050405020304" pitchFamily="18" charset="0"/>
              </a:rPr>
              <a:t> </a:t>
            </a:r>
            <a:r>
              <a:rPr b="1" spc="-76" dirty="0">
                <a:solidFill>
                  <a:srgbClr val="FF0000"/>
                </a:solidFill>
                <a:latin typeface="Times New Roman" panose="02020603050405020304" pitchFamily="18" charset="0"/>
                <a:cs typeface="Times New Roman" panose="02020603050405020304" pitchFamily="18" charset="0"/>
              </a:rPr>
              <a:t>Members</a:t>
            </a:r>
            <a:r>
              <a:rPr lang="en-US" b="1" spc="-76" dirty="0">
                <a:solidFill>
                  <a:srgbClr val="FF0000"/>
                </a:solidFill>
                <a:latin typeface="Times New Roman" panose="02020603050405020304" pitchFamily="18" charset="0"/>
                <a:cs typeface="Times New Roman" panose="02020603050405020304" pitchFamily="18" charset="0"/>
              </a:rPr>
              <a:t> </a:t>
            </a:r>
            <a:r>
              <a:rPr lang="en-US" spc="-76" dirty="0">
                <a:solidFill>
                  <a:srgbClr val="FF0000"/>
                </a:solidFill>
              </a:rPr>
              <a:t>:</a:t>
            </a:r>
            <a:endParaRPr spc="-76" dirty="0">
              <a:solidFill>
                <a:srgbClr val="FF0000"/>
              </a:solidFill>
            </a:endParaRPr>
          </a:p>
        </p:txBody>
      </p:sp>
      <p:pic>
        <p:nvPicPr>
          <p:cNvPr id="3" name="object 3"/>
          <p:cNvPicPr/>
          <p:nvPr/>
        </p:nvPicPr>
        <p:blipFill>
          <a:blip r:embed="rId2"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7" name="Straight Connector 6">
            <a:extLst>
              <a:ext uri="{FF2B5EF4-FFF2-40B4-BE49-F238E27FC236}">
                <a16:creationId xmlns:a16="http://schemas.microsoft.com/office/drawing/2014/main" id="{12C8DA8D-98F3-00E8-0E32-24EB0A69D8D7}"/>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aphicFrame>
        <p:nvGraphicFramePr>
          <p:cNvPr id="9" name="Table 8">
            <a:extLst>
              <a:ext uri="{FF2B5EF4-FFF2-40B4-BE49-F238E27FC236}">
                <a16:creationId xmlns:a16="http://schemas.microsoft.com/office/drawing/2014/main" id="{B0252320-656E-D814-0753-A44E3A4B1870}"/>
              </a:ext>
            </a:extLst>
          </p:cNvPr>
          <p:cNvGraphicFramePr>
            <a:graphicFrameLocks noGrp="1"/>
          </p:cNvGraphicFramePr>
          <p:nvPr>
            <p:extLst>
              <p:ext uri="{D42A27DB-BD31-4B8C-83A1-F6EECF244321}">
                <p14:modId xmlns:p14="http://schemas.microsoft.com/office/powerpoint/2010/main" val="1457261025"/>
              </p:ext>
            </p:extLst>
          </p:nvPr>
        </p:nvGraphicFramePr>
        <p:xfrm>
          <a:off x="1504335" y="1991035"/>
          <a:ext cx="9055510" cy="3050802"/>
        </p:xfrm>
        <a:graphic>
          <a:graphicData uri="http://schemas.openxmlformats.org/drawingml/2006/table">
            <a:tbl>
              <a:tblPr firstRow="1" bandRow="1">
                <a:tableStyleId>{5C22544A-7EE6-4342-B048-85BDC9FD1C3A}</a:tableStyleId>
              </a:tblPr>
              <a:tblGrid>
                <a:gridCol w="3152908">
                  <a:extLst>
                    <a:ext uri="{9D8B030D-6E8A-4147-A177-3AD203B41FA5}">
                      <a16:colId xmlns:a16="http://schemas.microsoft.com/office/drawing/2014/main" val="2085583462"/>
                    </a:ext>
                  </a:extLst>
                </a:gridCol>
                <a:gridCol w="2951301">
                  <a:extLst>
                    <a:ext uri="{9D8B030D-6E8A-4147-A177-3AD203B41FA5}">
                      <a16:colId xmlns:a16="http://schemas.microsoft.com/office/drawing/2014/main" val="42548604"/>
                    </a:ext>
                  </a:extLst>
                </a:gridCol>
                <a:gridCol w="2951301">
                  <a:extLst>
                    <a:ext uri="{9D8B030D-6E8A-4147-A177-3AD203B41FA5}">
                      <a16:colId xmlns:a16="http://schemas.microsoft.com/office/drawing/2014/main" val="3501606353"/>
                    </a:ext>
                  </a:extLst>
                </a:gridCol>
              </a:tblGrid>
              <a:tr h="508467">
                <a:tc>
                  <a:txBody>
                    <a:bodyPr/>
                    <a:lstStyle/>
                    <a:p>
                      <a:pPr algn="ctr"/>
                      <a:r>
                        <a:rPr lang="en-US" dirty="0">
                          <a:solidFill>
                            <a:schemeClr val="bg1"/>
                          </a:solidFill>
                          <a:latin typeface="Times New Roman" panose="02020603050405020304" pitchFamily="18" charset="0"/>
                          <a:cs typeface="Times New Roman" panose="02020603050405020304" pitchFamily="18" charset="0"/>
                        </a:rPr>
                        <a:t>Roll No.</a:t>
                      </a:r>
                      <a:endParaRPr lang="en-IN"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solidFill>
                            <a:schemeClr val="bg1"/>
                          </a:solidFill>
                          <a:latin typeface="Times New Roman" panose="02020603050405020304" pitchFamily="18" charset="0"/>
                          <a:cs typeface="Times New Roman" panose="02020603050405020304" pitchFamily="18" charset="0"/>
                        </a:rPr>
                        <a:t>PRN</a:t>
                      </a:r>
                      <a:endParaRPr lang="en-IN"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solidFill>
                            <a:schemeClr val="bg1"/>
                          </a:solidFill>
                          <a:latin typeface="Times New Roman" panose="02020603050405020304" pitchFamily="18" charset="0"/>
                          <a:cs typeface="Times New Roman" panose="02020603050405020304" pitchFamily="18" charset="0"/>
                        </a:rPr>
                        <a:t>Name</a:t>
                      </a:r>
                      <a:endParaRPr lang="en-IN"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182942491"/>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151</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IN" dirty="0">
                          <a:latin typeface="Times New Roman" panose="02020603050405020304" pitchFamily="18" charset="0"/>
                          <a:cs typeface="Times New Roman" panose="02020603050405020304" pitchFamily="18" charset="0"/>
                        </a:rPr>
                        <a:t>0125UITF2002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err="1">
                          <a:latin typeface="Times New Roman" panose="02020603050405020304" pitchFamily="18" charset="0"/>
                          <a:cs typeface="Times New Roman" panose="02020603050405020304" pitchFamily="18" charset="0"/>
                        </a:rPr>
                        <a:t>Sabale</a:t>
                      </a:r>
                      <a:r>
                        <a:rPr lang="en-US" dirty="0">
                          <a:latin typeface="Times New Roman" panose="02020603050405020304" pitchFamily="18" charset="0"/>
                          <a:cs typeface="Times New Roman" panose="02020603050405020304" pitchFamily="18" charset="0"/>
                        </a:rPr>
                        <a:t> Gayatri</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8496724"/>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152</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latin typeface="Times New Roman" panose="02020603050405020304" pitchFamily="18" charset="0"/>
                          <a:cs typeface="Times New Roman" panose="02020603050405020304" pitchFamily="18" charset="0"/>
                        </a:rPr>
                        <a:t>0125UITF2008 </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Pol Urmila</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9313662"/>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153</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latin typeface="Times New Roman" panose="02020603050405020304" pitchFamily="18" charset="0"/>
                          <a:cs typeface="Times New Roman" panose="02020603050405020304" pitchFamily="18" charset="0"/>
                        </a:rPr>
                        <a:t>0125UITF2009</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Daga Nupur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699375"/>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154</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latin typeface="Times New Roman" panose="02020603050405020304" pitchFamily="18" charset="0"/>
                          <a:cs typeface="Times New Roman" panose="02020603050405020304" pitchFamily="18" charset="0"/>
                        </a:rPr>
                        <a:t>0125UITF2010</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Ghule Divya</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4154837"/>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164</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latin typeface="Times New Roman" panose="02020603050405020304" pitchFamily="18" charset="0"/>
                          <a:cs typeface="Times New Roman" panose="02020603050405020304" pitchFamily="18" charset="0"/>
                        </a:rPr>
                        <a:t>0125UITM2017 </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Shelke Chaitanya</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279229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32" y="342442"/>
            <a:ext cx="4011452" cy="685658"/>
          </a:xfrm>
          <a:prstGeom prst="rect">
            <a:avLst/>
          </a:prstGeom>
        </p:spPr>
        <p:txBody>
          <a:bodyPr vert="horz" wrap="square" lIns="0" tIns="8467" rIns="0" bIns="0" rtlCol="0" anchor="ctr">
            <a:spAutoFit/>
          </a:bodyPr>
          <a:lstStyle/>
          <a:p>
            <a:pPr marL="8467">
              <a:lnSpc>
                <a:spcPct val="100000"/>
              </a:lnSpc>
              <a:spcBef>
                <a:spcPts val="67"/>
              </a:spcBef>
            </a:pPr>
            <a:r>
              <a:rPr b="1" spc="-103" dirty="0">
                <a:solidFill>
                  <a:srgbClr val="FF0000"/>
                </a:solidFill>
                <a:latin typeface="Times New Roman" panose="02020603050405020304" pitchFamily="18" charset="0"/>
                <a:cs typeface="Times New Roman" panose="02020603050405020304" pitchFamily="18" charset="0"/>
              </a:rPr>
              <a:t>Introduction</a:t>
            </a:r>
            <a:r>
              <a:rPr lang="en-US" b="1" spc="-103" dirty="0">
                <a:solidFill>
                  <a:srgbClr val="FF0000"/>
                </a:solidFill>
                <a:latin typeface="Times New Roman" panose="02020603050405020304" pitchFamily="18" charset="0"/>
                <a:cs typeface="Times New Roman" panose="02020603050405020304" pitchFamily="18" charset="0"/>
              </a:rPr>
              <a:t> : </a:t>
            </a:r>
            <a:endParaRPr b="1" spc="-103" dirty="0">
              <a:solidFill>
                <a:srgbClr val="FF000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3"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2" name="Straight Connector 11">
            <a:extLst>
              <a:ext uri="{FF2B5EF4-FFF2-40B4-BE49-F238E27FC236}">
                <a16:creationId xmlns:a16="http://schemas.microsoft.com/office/drawing/2014/main" id="{86609A59-1F35-4560-F28A-A609395A7864}"/>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FB8AA4E2-2198-4A98-91F9-346C4C16F0D9}"/>
              </a:ext>
            </a:extLst>
          </p:cNvPr>
          <p:cNvSpPr txBox="1"/>
          <p:nvPr/>
        </p:nvSpPr>
        <p:spPr>
          <a:xfrm>
            <a:off x="501444" y="1466594"/>
            <a:ext cx="11189111" cy="4093428"/>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Agriculture is the backbone of the economy and plays a crucial role in providing food and employment. However, many agricultural activities are still carried out using traditional methods, which limits efficiency and productivity. Farmers often face challenges such as lack of proper record management, limited access to real-time information, and dependency on intermediaries.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With the advancement of technology, there is a need to modernize agricultural practices by adopting digital solutions. An Online Agriculture Management System is designed to provide a centralized platform where farmers can manage their activities efficiently. It helps in maintaining crop records, accessing weather updates, getting recommendations, and connecting directly with markets.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system aims to reduce manual effort, improve transparency, and support better decision-making, ultimately leading to increased productivity and better outcomes for farmers.</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5342" y="342442"/>
            <a:ext cx="6123858" cy="685658"/>
          </a:xfrm>
          <a:prstGeom prst="rect">
            <a:avLst/>
          </a:prstGeom>
        </p:spPr>
        <p:txBody>
          <a:bodyPr vert="horz" wrap="square" lIns="0" tIns="8467" rIns="0" bIns="0" rtlCol="0" anchor="ctr">
            <a:spAutoFit/>
          </a:bodyPr>
          <a:lstStyle/>
          <a:p>
            <a:pPr marL="8467">
              <a:lnSpc>
                <a:spcPct val="100000"/>
              </a:lnSpc>
              <a:spcBef>
                <a:spcPts val="67"/>
              </a:spcBef>
            </a:pPr>
            <a:r>
              <a:rPr spc="-80" dirty="0">
                <a:solidFill>
                  <a:srgbClr val="FF0000"/>
                </a:solidFill>
                <a:latin typeface="Times New Roman" panose="02020603050405020304" pitchFamily="18" charset="0"/>
                <a:cs typeface="Times New Roman" panose="02020603050405020304" pitchFamily="18" charset="0"/>
              </a:rPr>
              <a:t>Functional</a:t>
            </a:r>
            <a:r>
              <a:rPr spc="-133" dirty="0">
                <a:solidFill>
                  <a:srgbClr val="FF0000"/>
                </a:solidFill>
                <a:latin typeface="Times New Roman" panose="02020603050405020304" pitchFamily="18" charset="0"/>
                <a:cs typeface="Times New Roman" panose="02020603050405020304" pitchFamily="18" charset="0"/>
              </a:rPr>
              <a:t> </a:t>
            </a:r>
            <a:r>
              <a:rPr spc="-97" dirty="0">
                <a:solidFill>
                  <a:srgbClr val="FF0000"/>
                </a:solidFill>
                <a:latin typeface="Times New Roman" panose="02020603050405020304" pitchFamily="18" charset="0"/>
                <a:cs typeface="Times New Roman" panose="02020603050405020304" pitchFamily="18" charset="0"/>
              </a:rPr>
              <a:t>Requirements</a:t>
            </a:r>
            <a:r>
              <a:rPr lang="en-US" spc="-97" dirty="0">
                <a:solidFill>
                  <a:srgbClr val="FF0000"/>
                </a:solidFill>
                <a:latin typeface="Times New Roman" panose="02020603050405020304" pitchFamily="18" charset="0"/>
                <a:cs typeface="Times New Roman" panose="02020603050405020304" pitchFamily="18" charset="0"/>
              </a:rPr>
              <a:t> </a:t>
            </a:r>
            <a:r>
              <a:rPr lang="en-US" spc="-97" dirty="0">
                <a:solidFill>
                  <a:srgbClr val="FF0000"/>
                </a:solidFill>
              </a:rPr>
              <a:t>: </a:t>
            </a:r>
            <a:endParaRPr spc="-97" dirty="0">
              <a:solidFill>
                <a:srgbClr val="FF0000"/>
              </a:solidFill>
            </a:endParaRPr>
          </a:p>
        </p:txBody>
      </p:sp>
      <p:pic>
        <p:nvPicPr>
          <p:cNvPr id="3" name="object 3"/>
          <p:cNvPicPr/>
          <p:nvPr/>
        </p:nvPicPr>
        <p:blipFill>
          <a:blip r:embed="rId3"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5" name="Straight Connector 14">
            <a:extLst>
              <a:ext uri="{FF2B5EF4-FFF2-40B4-BE49-F238E27FC236}">
                <a16:creationId xmlns:a16="http://schemas.microsoft.com/office/drawing/2014/main" id="{C307872F-EC76-1666-0010-60C941503C17}"/>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2050" name="Picture 2" descr="Become a Member - Global Pulse Confederation">
            <a:extLst>
              <a:ext uri="{FF2B5EF4-FFF2-40B4-BE49-F238E27FC236}">
                <a16:creationId xmlns:a16="http://schemas.microsoft.com/office/drawing/2014/main" id="{66141D4F-F8DA-BF14-D11E-5B382606B5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9871" y="2250117"/>
            <a:ext cx="3392129" cy="344359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D8AF720-9A52-5E99-275A-CDDF0E24EABD}"/>
              </a:ext>
            </a:extLst>
          </p:cNvPr>
          <p:cNvSpPr txBox="1"/>
          <p:nvPr/>
        </p:nvSpPr>
        <p:spPr>
          <a:xfrm>
            <a:off x="744945" y="1587281"/>
            <a:ext cx="6953045" cy="513986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FR1:</a:t>
            </a:r>
            <a:r>
              <a:rPr lang="en-IN" dirty="0">
                <a:latin typeface="Times New Roman" panose="02020603050405020304" pitchFamily="18" charset="0"/>
                <a:cs typeface="Times New Roman" panose="02020603050405020304" pitchFamily="18" charset="0"/>
              </a:rPr>
              <a:t> The system shall allow farmers to register by providing personal and farm details.</a:t>
            </a:r>
          </a:p>
          <a:p>
            <a:r>
              <a:rPr lang="en-IN" b="1" dirty="0">
                <a:latin typeface="Times New Roman" panose="02020603050405020304" pitchFamily="18" charset="0"/>
                <a:cs typeface="Times New Roman" panose="02020603050405020304" pitchFamily="18" charset="0"/>
              </a:rPr>
              <a:t>FR2:</a:t>
            </a:r>
            <a:r>
              <a:rPr lang="en-IN" dirty="0">
                <a:latin typeface="Times New Roman" panose="02020603050405020304" pitchFamily="18" charset="0"/>
                <a:cs typeface="Times New Roman" panose="02020603050405020304" pitchFamily="18" charset="0"/>
              </a:rPr>
              <a:t> The system shall allow registered users to log in using valid credentials.</a:t>
            </a:r>
          </a:p>
          <a:p>
            <a:r>
              <a:rPr lang="en-IN" b="1" dirty="0">
                <a:latin typeface="Times New Roman" panose="02020603050405020304" pitchFamily="18" charset="0"/>
                <a:cs typeface="Times New Roman" panose="02020603050405020304" pitchFamily="18" charset="0"/>
              </a:rPr>
              <a:t>FR3:</a:t>
            </a:r>
            <a:r>
              <a:rPr lang="en-IN" dirty="0">
                <a:latin typeface="Times New Roman" panose="02020603050405020304" pitchFamily="18" charset="0"/>
                <a:cs typeface="Times New Roman" panose="02020603050405020304" pitchFamily="18" charset="0"/>
              </a:rPr>
              <a:t> The system shall allow farmers to add, update, and delete crop details.</a:t>
            </a:r>
          </a:p>
          <a:p>
            <a:r>
              <a:rPr lang="en-IN" b="1" dirty="0">
                <a:latin typeface="Times New Roman" panose="02020603050405020304" pitchFamily="18" charset="0"/>
                <a:cs typeface="Times New Roman" panose="02020603050405020304" pitchFamily="18" charset="0"/>
              </a:rPr>
              <a:t>FR4:</a:t>
            </a:r>
            <a:r>
              <a:rPr lang="en-IN" dirty="0">
                <a:latin typeface="Times New Roman" panose="02020603050405020304" pitchFamily="18" charset="0"/>
                <a:cs typeface="Times New Roman" panose="02020603050405020304" pitchFamily="18" charset="0"/>
              </a:rPr>
              <a:t> The system shall provide real-time weather updates to users.</a:t>
            </a:r>
          </a:p>
          <a:p>
            <a:r>
              <a:rPr lang="en-IN" b="1" dirty="0">
                <a:latin typeface="Times New Roman" panose="02020603050405020304" pitchFamily="18" charset="0"/>
                <a:cs typeface="Times New Roman" panose="02020603050405020304" pitchFamily="18" charset="0"/>
              </a:rPr>
              <a:t>FR5:</a:t>
            </a:r>
            <a:r>
              <a:rPr lang="en-IN" dirty="0">
                <a:latin typeface="Times New Roman" panose="02020603050405020304" pitchFamily="18" charset="0"/>
                <a:cs typeface="Times New Roman" panose="02020603050405020304" pitchFamily="18" charset="0"/>
              </a:rPr>
              <a:t> The system shall provide recommendations for fertilizers and pesticides.</a:t>
            </a:r>
          </a:p>
          <a:p>
            <a:r>
              <a:rPr lang="en-IN" b="1" dirty="0">
                <a:latin typeface="Times New Roman" panose="02020603050405020304" pitchFamily="18" charset="0"/>
                <a:cs typeface="Times New Roman" panose="02020603050405020304" pitchFamily="18" charset="0"/>
              </a:rPr>
              <a:t>FR6:</a:t>
            </a:r>
            <a:r>
              <a:rPr lang="en-IN" dirty="0">
                <a:latin typeface="Times New Roman" panose="02020603050405020304" pitchFamily="18" charset="0"/>
                <a:cs typeface="Times New Roman" panose="02020603050405020304" pitchFamily="18" charset="0"/>
              </a:rPr>
              <a:t> The system shall allow farmers to view and access market prices of crops.</a:t>
            </a:r>
          </a:p>
          <a:p>
            <a:r>
              <a:rPr lang="en-IN" b="1" dirty="0">
                <a:latin typeface="Times New Roman" panose="02020603050405020304" pitchFamily="18" charset="0"/>
                <a:cs typeface="Times New Roman" panose="02020603050405020304" pitchFamily="18" charset="0"/>
              </a:rPr>
              <a:t>FR7:</a:t>
            </a:r>
            <a:r>
              <a:rPr lang="en-IN" dirty="0">
                <a:latin typeface="Times New Roman" panose="02020603050405020304" pitchFamily="18" charset="0"/>
                <a:cs typeface="Times New Roman" panose="02020603050405020304" pitchFamily="18" charset="0"/>
              </a:rPr>
              <a:t> The system shall provide an online marketplace for buying and selling agricultural products.</a:t>
            </a:r>
          </a:p>
          <a:p>
            <a:r>
              <a:rPr lang="en-IN" b="1" dirty="0">
                <a:latin typeface="Times New Roman" panose="02020603050405020304" pitchFamily="18" charset="0"/>
                <a:cs typeface="Times New Roman" panose="02020603050405020304" pitchFamily="18" charset="0"/>
              </a:rPr>
              <a:t>FR8:</a:t>
            </a:r>
            <a:r>
              <a:rPr lang="en-IN" dirty="0">
                <a:latin typeface="Times New Roman" panose="02020603050405020304" pitchFamily="18" charset="0"/>
                <a:cs typeface="Times New Roman" panose="02020603050405020304" pitchFamily="18" charset="0"/>
              </a:rPr>
              <a:t> The system shall display information about government schemes related to agriculture.</a:t>
            </a:r>
          </a:p>
          <a:p>
            <a:r>
              <a:rPr lang="en-IN" b="1" dirty="0">
                <a:latin typeface="Times New Roman" panose="02020603050405020304" pitchFamily="18" charset="0"/>
                <a:cs typeface="Times New Roman" panose="02020603050405020304" pitchFamily="18" charset="0"/>
              </a:rPr>
              <a:t>FR9:</a:t>
            </a:r>
            <a:r>
              <a:rPr lang="en-IN" dirty="0">
                <a:latin typeface="Times New Roman" panose="02020603050405020304" pitchFamily="18" charset="0"/>
                <a:cs typeface="Times New Roman" panose="02020603050405020304" pitchFamily="18" charset="0"/>
              </a:rPr>
              <a:t> The system shall allow administrators to manage user accounts.</a:t>
            </a:r>
          </a:p>
          <a:p>
            <a:r>
              <a:rPr lang="en-IN" b="1" dirty="0">
                <a:latin typeface="Times New Roman" panose="02020603050405020304" pitchFamily="18" charset="0"/>
                <a:cs typeface="Times New Roman" panose="02020603050405020304" pitchFamily="18" charset="0"/>
              </a:rPr>
              <a:t>FR10:</a:t>
            </a:r>
            <a:r>
              <a:rPr lang="en-IN" dirty="0">
                <a:latin typeface="Times New Roman" panose="02020603050405020304" pitchFamily="18" charset="0"/>
                <a:cs typeface="Times New Roman" panose="02020603050405020304" pitchFamily="18" charset="0"/>
              </a:rPr>
              <a:t> The system shall allow administrators to update system data such as schemes, prices, and recommendations</a:t>
            </a:r>
            <a:r>
              <a:rPr lang="en-IN" dirty="0"/>
              <a: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dirty="0">
                <a:solidFill>
                  <a:srgbClr val="FF0000"/>
                </a:solidFill>
                <a:latin typeface="Times New Roman" panose="02020603050405020304" pitchFamily="18" charset="0"/>
                <a:cs typeface="Times New Roman" panose="02020603050405020304" pitchFamily="18" charset="0"/>
              </a:rPr>
              <a:t>Non</a:t>
            </a:r>
            <a:r>
              <a:rPr spc="-107" dirty="0">
                <a:solidFill>
                  <a:srgbClr val="FF0000"/>
                </a:solidFill>
                <a:latin typeface="Times New Roman" panose="02020603050405020304" pitchFamily="18" charset="0"/>
                <a:cs typeface="Times New Roman" panose="02020603050405020304" pitchFamily="18" charset="0"/>
              </a:rPr>
              <a:t> </a:t>
            </a:r>
            <a:r>
              <a:rPr spc="-80" dirty="0">
                <a:solidFill>
                  <a:srgbClr val="FF0000"/>
                </a:solidFill>
                <a:latin typeface="Times New Roman" panose="02020603050405020304" pitchFamily="18" charset="0"/>
                <a:cs typeface="Times New Roman" panose="02020603050405020304" pitchFamily="18" charset="0"/>
              </a:rPr>
              <a:t>Functional</a:t>
            </a:r>
            <a:r>
              <a:rPr spc="-107" dirty="0">
                <a:solidFill>
                  <a:srgbClr val="FF0000"/>
                </a:solidFill>
                <a:latin typeface="Times New Roman" panose="02020603050405020304" pitchFamily="18" charset="0"/>
                <a:cs typeface="Times New Roman" panose="02020603050405020304" pitchFamily="18" charset="0"/>
              </a:rPr>
              <a:t> </a:t>
            </a:r>
            <a:r>
              <a:rPr spc="-93" dirty="0">
                <a:solidFill>
                  <a:srgbClr val="FF0000"/>
                </a:solidFill>
                <a:latin typeface="Times New Roman" panose="02020603050405020304" pitchFamily="18" charset="0"/>
                <a:cs typeface="Times New Roman" panose="02020603050405020304" pitchFamily="18" charset="0"/>
              </a:rPr>
              <a:t>Requirements</a:t>
            </a:r>
            <a:r>
              <a:rPr lang="en-US" spc="-93" dirty="0">
                <a:solidFill>
                  <a:srgbClr val="FF0000"/>
                </a:solidFill>
                <a:latin typeface="Times New Roman" panose="02020603050405020304" pitchFamily="18" charset="0"/>
                <a:cs typeface="Times New Roman" panose="02020603050405020304" pitchFamily="18" charset="0"/>
              </a:rPr>
              <a:t> : </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F2C5F52D-6F28-D314-29A7-13C882B046FA}"/>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C320D2BA-1A44-9965-03E8-79B11278A50A}"/>
              </a:ext>
            </a:extLst>
          </p:cNvPr>
          <p:cNvPicPr>
            <a:picLocks noChangeAspect="1"/>
          </p:cNvPicPr>
          <p:nvPr/>
        </p:nvPicPr>
        <p:blipFill>
          <a:blip r:embed="rId3"/>
          <a:stretch>
            <a:fillRect/>
          </a:stretch>
        </p:blipFill>
        <p:spPr>
          <a:xfrm>
            <a:off x="6945876" y="1974133"/>
            <a:ext cx="5143500" cy="3964551"/>
          </a:xfrm>
          <a:prstGeom prst="rect">
            <a:avLst/>
          </a:prstGeom>
        </p:spPr>
      </p:pic>
      <p:sp>
        <p:nvSpPr>
          <p:cNvPr id="20" name="TextBox 19">
            <a:extLst>
              <a:ext uri="{FF2B5EF4-FFF2-40B4-BE49-F238E27FC236}">
                <a16:creationId xmlns:a16="http://schemas.microsoft.com/office/drawing/2014/main" id="{DADFB6B9-AFC2-225F-279E-8B1DCAFA7555}"/>
              </a:ext>
            </a:extLst>
          </p:cNvPr>
          <p:cNvSpPr txBox="1"/>
          <p:nvPr/>
        </p:nvSpPr>
        <p:spPr>
          <a:xfrm>
            <a:off x="521110" y="1727931"/>
            <a:ext cx="6754761"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NFR1 (Performance):</a:t>
            </a:r>
            <a:r>
              <a:rPr lang="en-IN" dirty="0">
                <a:latin typeface="Times New Roman" panose="02020603050405020304" pitchFamily="18" charset="0"/>
                <a:cs typeface="Times New Roman" panose="02020603050405020304" pitchFamily="18" charset="0"/>
              </a:rPr>
              <a:t> The system shall respond to user requests within a reasonable time.</a:t>
            </a:r>
          </a:p>
          <a:p>
            <a:r>
              <a:rPr lang="en-IN" b="1" dirty="0">
                <a:latin typeface="Times New Roman" panose="02020603050405020304" pitchFamily="18" charset="0"/>
                <a:cs typeface="Times New Roman" panose="02020603050405020304" pitchFamily="18" charset="0"/>
              </a:rPr>
              <a:t>NFR2 (Security):</a:t>
            </a:r>
            <a:r>
              <a:rPr lang="en-IN" dirty="0">
                <a:latin typeface="Times New Roman" panose="02020603050405020304" pitchFamily="18" charset="0"/>
                <a:cs typeface="Times New Roman" panose="02020603050405020304" pitchFamily="18" charset="0"/>
              </a:rPr>
              <a:t> The system shall ensure secure login and protect user data from unauthorized access.</a:t>
            </a:r>
          </a:p>
          <a:p>
            <a:r>
              <a:rPr lang="en-IN" b="1" dirty="0">
                <a:latin typeface="Times New Roman" panose="02020603050405020304" pitchFamily="18" charset="0"/>
                <a:cs typeface="Times New Roman" panose="02020603050405020304" pitchFamily="18" charset="0"/>
              </a:rPr>
              <a:t>NFR3 (Usability):</a:t>
            </a:r>
            <a:r>
              <a:rPr lang="en-IN" dirty="0">
                <a:latin typeface="Times New Roman" panose="02020603050405020304" pitchFamily="18" charset="0"/>
                <a:cs typeface="Times New Roman" panose="02020603050405020304" pitchFamily="18" charset="0"/>
              </a:rPr>
              <a:t> The system shall provide a user-friendly interface for easy navigation.</a:t>
            </a:r>
          </a:p>
          <a:p>
            <a:r>
              <a:rPr lang="en-IN" b="1" dirty="0">
                <a:latin typeface="Times New Roman" panose="02020603050405020304" pitchFamily="18" charset="0"/>
                <a:cs typeface="Times New Roman" panose="02020603050405020304" pitchFamily="18" charset="0"/>
              </a:rPr>
              <a:t>NFR4 (Reliability):</a:t>
            </a:r>
            <a:r>
              <a:rPr lang="en-IN" dirty="0">
                <a:latin typeface="Times New Roman" panose="02020603050405020304" pitchFamily="18" charset="0"/>
                <a:cs typeface="Times New Roman" panose="02020603050405020304" pitchFamily="18" charset="0"/>
              </a:rPr>
              <a:t> The system shall operate without failure under normal conditions.</a:t>
            </a:r>
          </a:p>
          <a:p>
            <a:r>
              <a:rPr lang="en-IN" b="1" dirty="0">
                <a:latin typeface="Times New Roman" panose="02020603050405020304" pitchFamily="18" charset="0"/>
                <a:cs typeface="Times New Roman" panose="02020603050405020304" pitchFamily="18" charset="0"/>
              </a:rPr>
              <a:t>NFR5 (Scalability):</a:t>
            </a:r>
            <a:r>
              <a:rPr lang="en-IN" dirty="0">
                <a:latin typeface="Times New Roman" panose="02020603050405020304" pitchFamily="18" charset="0"/>
                <a:cs typeface="Times New Roman" panose="02020603050405020304" pitchFamily="18" charset="0"/>
              </a:rPr>
              <a:t> The system shall support an increasing number of users without performance degradation.</a:t>
            </a:r>
          </a:p>
          <a:p>
            <a:r>
              <a:rPr lang="en-IN" b="1" dirty="0">
                <a:latin typeface="Times New Roman" panose="02020603050405020304" pitchFamily="18" charset="0"/>
                <a:cs typeface="Times New Roman" panose="02020603050405020304" pitchFamily="18" charset="0"/>
              </a:rPr>
              <a:t>NFR6 (Availability):</a:t>
            </a:r>
            <a:r>
              <a:rPr lang="en-IN" dirty="0">
                <a:latin typeface="Times New Roman" panose="02020603050405020304" pitchFamily="18" charset="0"/>
                <a:cs typeface="Times New Roman" panose="02020603050405020304" pitchFamily="18" charset="0"/>
              </a:rPr>
              <a:t> The system shall be available to users at all times except during maintenance.</a:t>
            </a:r>
          </a:p>
          <a:p>
            <a:r>
              <a:rPr lang="en-IN" b="1" dirty="0">
                <a:latin typeface="Times New Roman" panose="02020603050405020304" pitchFamily="18" charset="0"/>
                <a:cs typeface="Times New Roman" panose="02020603050405020304" pitchFamily="18" charset="0"/>
              </a:rPr>
              <a:t>NFR7 (Maintainability):</a:t>
            </a:r>
            <a:r>
              <a:rPr lang="en-IN" dirty="0">
                <a:latin typeface="Times New Roman" panose="02020603050405020304" pitchFamily="18" charset="0"/>
                <a:cs typeface="Times New Roman" panose="02020603050405020304" pitchFamily="18" charset="0"/>
              </a:rPr>
              <a:t> The system shall be easy to maintain and update.</a:t>
            </a:r>
          </a:p>
          <a:p>
            <a:r>
              <a:rPr lang="en-IN" b="1" dirty="0">
                <a:latin typeface="Times New Roman" panose="02020603050405020304" pitchFamily="18" charset="0"/>
                <a:cs typeface="Times New Roman" panose="02020603050405020304" pitchFamily="18" charset="0"/>
              </a:rPr>
              <a:t>NFR8 (Compatibility):</a:t>
            </a:r>
            <a:r>
              <a:rPr lang="en-IN" dirty="0">
                <a:latin typeface="Times New Roman" panose="02020603050405020304" pitchFamily="18" charset="0"/>
                <a:cs typeface="Times New Roman" panose="02020603050405020304" pitchFamily="18" charset="0"/>
              </a:rPr>
              <a:t> The system shall be accessible on different devices such as mobile, tablet, and desktop</a:t>
            </a:r>
            <a:r>
              <a:rPr lang="en-IN"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AE30D-43FA-AC74-6DD0-9AEFBC54C9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A06605-E21D-6D38-4E54-06686E46D552}"/>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Use Case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D732241B-8C15-6685-6489-37D776225B18}"/>
              </a:ext>
            </a:extLst>
          </p:cNvPr>
          <p:cNvPicPr/>
          <p:nvPr/>
        </p:nvPicPr>
        <p:blipFill>
          <a:blip r:embed="rId3"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A410D2AE-54D8-2AF9-B1AA-6741034086FC}"/>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1FD19969-4C9F-F8DD-4625-20BCC926B4A4}"/>
              </a:ext>
            </a:extLst>
          </p:cNvPr>
          <p:cNvCxnSpPr>
            <a:cxnSpLocks/>
          </p:cNvCxnSpPr>
          <p:nvPr/>
        </p:nvCxnSpPr>
        <p:spPr>
          <a:xfrm>
            <a:off x="273897" y="115415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6935B903-2737-B276-1D1D-7190E9A6E6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795" y="1274837"/>
            <a:ext cx="11315166" cy="5482001"/>
          </a:xfrm>
          <a:prstGeom prst="rect">
            <a:avLst/>
          </a:prstGeom>
        </p:spPr>
      </p:pic>
    </p:spTree>
    <p:extLst>
      <p:ext uri="{BB962C8B-B14F-4D97-AF65-F5344CB8AC3E}">
        <p14:creationId xmlns:p14="http://schemas.microsoft.com/office/powerpoint/2010/main" val="20754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AD47-9CA7-7F8F-91E2-A0A5E39E16D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DE97FC1-3166-F372-0752-C2F505F2114D}"/>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Analysis Class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C1F75818-6568-1C3E-1568-10BB1CDE3C1B}"/>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05FDC771-626D-4CF5-E04B-61624D4BACBA}"/>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C17B2448-008D-89A3-595D-F6607DA4F6ED}"/>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3E9EE1E6-D562-BAA3-4C0C-D28152D97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794" y="1466594"/>
            <a:ext cx="11370309" cy="5127842"/>
          </a:xfrm>
          <a:prstGeom prst="rect">
            <a:avLst/>
          </a:prstGeom>
        </p:spPr>
      </p:pic>
    </p:spTree>
    <p:extLst>
      <p:ext uri="{BB962C8B-B14F-4D97-AF65-F5344CB8AC3E}">
        <p14:creationId xmlns:p14="http://schemas.microsoft.com/office/powerpoint/2010/main" val="2511159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E85D-2DD1-ADF8-EC64-40BAAF13D6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001EB4-B369-4A90-0FB5-A7B606055D3F}"/>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Design Class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E9575547-ECED-B43C-CB34-5086856C446B}"/>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98A07586-F446-67A4-0F35-E1165C9DF7A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95A60E0F-2B17-5337-2ECF-9C98EABE4252}"/>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4265547B-40F8-0F95-49B6-2A18397D04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23" y="1729451"/>
            <a:ext cx="11392348" cy="4705941"/>
          </a:xfrm>
          <a:prstGeom prst="rect">
            <a:avLst/>
          </a:prstGeom>
        </p:spPr>
      </p:pic>
    </p:spTree>
    <p:extLst>
      <p:ext uri="{BB962C8B-B14F-4D97-AF65-F5344CB8AC3E}">
        <p14:creationId xmlns:p14="http://schemas.microsoft.com/office/powerpoint/2010/main" val="294920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FA97-3551-2C96-4439-0194BB86AC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452E1F-E44C-F475-3606-D2492BA3E7D4}"/>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Sequence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241A5AED-074B-F403-A7CA-39774682B9A8}"/>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74254A1B-4405-5330-B250-1BFABDC7560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8660EFB6-7B39-C499-CD5C-6BBE7B42F59F}"/>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9F611F83-B228-BC38-59E5-5C0CEABE51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548" y="1587281"/>
            <a:ext cx="11352904" cy="4869660"/>
          </a:xfrm>
          <a:prstGeom prst="rect">
            <a:avLst/>
          </a:prstGeom>
        </p:spPr>
      </p:pic>
    </p:spTree>
    <p:extLst>
      <p:ext uri="{BB962C8B-B14F-4D97-AF65-F5344CB8AC3E}">
        <p14:creationId xmlns:p14="http://schemas.microsoft.com/office/powerpoint/2010/main" val="130882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FA97-3551-2C96-4439-0194BB86AC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452E1F-E44C-F475-3606-D2492BA3E7D4}"/>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Sequence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241A5AED-074B-F403-A7CA-39774682B9A8}"/>
              </a:ext>
            </a:extLst>
          </p:cNvPr>
          <p:cNvPicPr/>
          <p:nvPr/>
        </p:nvPicPr>
        <p:blipFill>
          <a:blip r:embed="rId3"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74254A1B-4405-5330-B250-1BFABDC7560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8660EFB6-7B39-C499-CD5C-6BBE7B42F59F}"/>
              </a:ext>
            </a:extLst>
          </p:cNvPr>
          <p:cNvCxnSpPr>
            <a:cxnSpLocks/>
          </p:cNvCxnSpPr>
          <p:nvPr/>
        </p:nvCxnSpPr>
        <p:spPr>
          <a:xfrm>
            <a:off x="273897" y="1199177"/>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6D1EFD9F-380E-BC32-6059-EB3ABD543A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169" y="1333799"/>
            <a:ext cx="3379034" cy="2262430"/>
          </a:xfrm>
          <a:prstGeom prst="rect">
            <a:avLst/>
          </a:prstGeom>
        </p:spPr>
      </p:pic>
      <p:pic>
        <p:nvPicPr>
          <p:cNvPr id="8" name="Picture 7">
            <a:extLst>
              <a:ext uri="{FF2B5EF4-FFF2-40B4-BE49-F238E27FC236}">
                <a16:creationId xmlns:a16="http://schemas.microsoft.com/office/drawing/2014/main" id="{5BC8F479-55FD-9341-FA08-F79502DDD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7475" y="1370255"/>
            <a:ext cx="3502321" cy="2248489"/>
          </a:xfrm>
          <a:prstGeom prst="rect">
            <a:avLst/>
          </a:prstGeom>
        </p:spPr>
      </p:pic>
      <p:pic>
        <p:nvPicPr>
          <p:cNvPr id="11" name="Picture 10">
            <a:extLst>
              <a:ext uri="{FF2B5EF4-FFF2-40B4-BE49-F238E27FC236}">
                <a16:creationId xmlns:a16="http://schemas.microsoft.com/office/drawing/2014/main" id="{EF9F1C45-3737-2F02-7299-E8B471510A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93781" y="1370261"/>
            <a:ext cx="4076864" cy="2248483"/>
          </a:xfrm>
          <a:prstGeom prst="rect">
            <a:avLst/>
          </a:prstGeom>
        </p:spPr>
      </p:pic>
      <p:pic>
        <p:nvPicPr>
          <p:cNvPr id="13" name="Picture 12">
            <a:extLst>
              <a:ext uri="{FF2B5EF4-FFF2-40B4-BE49-F238E27FC236}">
                <a16:creationId xmlns:a16="http://schemas.microsoft.com/office/drawing/2014/main" id="{EA06AEA0-BC88-EC20-A1BC-97FE4C2C1A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812" y="3929413"/>
            <a:ext cx="5272379" cy="2586143"/>
          </a:xfrm>
          <a:prstGeom prst="rect">
            <a:avLst/>
          </a:prstGeom>
        </p:spPr>
      </p:pic>
      <p:pic>
        <p:nvPicPr>
          <p:cNvPr id="15" name="Picture 14">
            <a:extLst>
              <a:ext uri="{FF2B5EF4-FFF2-40B4-BE49-F238E27FC236}">
                <a16:creationId xmlns:a16="http://schemas.microsoft.com/office/drawing/2014/main" id="{4EFD1B11-8A81-C744-E37D-1A233994D3F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13283" y="3929414"/>
            <a:ext cx="5608320" cy="2586142"/>
          </a:xfrm>
          <a:prstGeom prst="rect">
            <a:avLst/>
          </a:prstGeom>
        </p:spPr>
      </p:pic>
    </p:spTree>
    <p:extLst>
      <p:ext uri="{BB962C8B-B14F-4D97-AF65-F5344CB8AC3E}">
        <p14:creationId xmlns:p14="http://schemas.microsoft.com/office/powerpoint/2010/main" val="3349421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E2C7-C50F-1B42-68F5-7D6B8AB0A5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FB396A-1AB3-5338-0BB3-504A9C1B71E2}"/>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Activity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445F2087-9BB2-5864-FE8F-60DEFC2E5F75}"/>
              </a:ext>
            </a:extLst>
          </p:cNvPr>
          <p:cNvPicPr/>
          <p:nvPr/>
        </p:nvPicPr>
        <p:blipFill>
          <a:blip r:embed="rId3"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99AF51A9-C795-F639-232F-7F1C4F36EE02}"/>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AA22CA25-5627-428E-B645-1174D8356C56}"/>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8" name="Picture 7">
            <a:extLst>
              <a:ext uri="{FF2B5EF4-FFF2-40B4-BE49-F238E27FC236}">
                <a16:creationId xmlns:a16="http://schemas.microsoft.com/office/drawing/2014/main" id="{DD889A03-DE71-02CE-0D01-568F71D243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548" y="1466595"/>
            <a:ext cx="11510683" cy="5048964"/>
          </a:xfrm>
          <a:prstGeom prst="rect">
            <a:avLst/>
          </a:prstGeom>
        </p:spPr>
      </p:pic>
    </p:spTree>
    <p:extLst>
      <p:ext uri="{BB962C8B-B14F-4D97-AF65-F5344CB8AC3E}">
        <p14:creationId xmlns:p14="http://schemas.microsoft.com/office/powerpoint/2010/main" val="736564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660D-961A-10D5-EA8C-0E57781A54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57D6EE7-14BC-8453-8E70-57229040B8BE}"/>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State Machine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4457EC44-4818-07B1-701C-4C200EDD89DA}"/>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6A4D9EF6-708E-C062-BBB4-44C01C10485E}"/>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223EF3B0-333B-4E6A-170D-24E4A3DC9BFB}"/>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F0679662-C92A-BE89-F6F1-409B53AAE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517" y="1466597"/>
            <a:ext cx="10476760" cy="5048961"/>
          </a:xfrm>
          <a:prstGeom prst="rect">
            <a:avLst/>
          </a:prstGeom>
        </p:spPr>
      </p:pic>
    </p:spTree>
    <p:extLst>
      <p:ext uri="{BB962C8B-B14F-4D97-AF65-F5344CB8AC3E}">
        <p14:creationId xmlns:p14="http://schemas.microsoft.com/office/powerpoint/2010/main" val="385737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660D-961A-10D5-EA8C-0E57781A54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57D6EE7-14BC-8453-8E70-57229040B8BE}"/>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State Machine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4457EC44-4818-07B1-701C-4C200EDD89DA}"/>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6A4D9EF6-708E-C062-BBB4-44C01C10485E}"/>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223EF3B0-333B-4E6A-170D-24E4A3DC9BFB}"/>
              </a:ext>
            </a:extLst>
          </p:cNvPr>
          <p:cNvCxnSpPr>
            <a:cxnSpLocks/>
          </p:cNvCxnSpPr>
          <p:nvPr/>
        </p:nvCxnSpPr>
        <p:spPr>
          <a:xfrm>
            <a:off x="273897" y="1148787"/>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D4B11C03-07C4-FC77-9128-2E9C22FD1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718" y="1269474"/>
            <a:ext cx="3082489" cy="2919245"/>
          </a:xfrm>
          <a:prstGeom prst="rect">
            <a:avLst/>
          </a:prstGeom>
        </p:spPr>
      </p:pic>
      <p:pic>
        <p:nvPicPr>
          <p:cNvPr id="10" name="Picture 9">
            <a:extLst>
              <a:ext uri="{FF2B5EF4-FFF2-40B4-BE49-F238E27FC236}">
                <a16:creationId xmlns:a16="http://schemas.microsoft.com/office/drawing/2014/main" id="{DE2D7A95-3FFF-3950-89CC-E8213E63C4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7110" y="1463041"/>
            <a:ext cx="3969573" cy="2704162"/>
          </a:xfrm>
          <a:prstGeom prst="rect">
            <a:avLst/>
          </a:prstGeom>
        </p:spPr>
      </p:pic>
      <p:pic>
        <p:nvPicPr>
          <p:cNvPr id="18" name="Picture 17">
            <a:extLst>
              <a:ext uri="{FF2B5EF4-FFF2-40B4-BE49-F238E27FC236}">
                <a16:creationId xmlns:a16="http://schemas.microsoft.com/office/drawing/2014/main" id="{C0122412-218D-C762-444F-455AF904AF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5586" y="1355499"/>
            <a:ext cx="3262518" cy="2919246"/>
          </a:xfrm>
          <a:prstGeom prst="rect">
            <a:avLst/>
          </a:prstGeom>
        </p:spPr>
      </p:pic>
      <p:pic>
        <p:nvPicPr>
          <p:cNvPr id="20" name="Picture 19">
            <a:extLst>
              <a:ext uri="{FF2B5EF4-FFF2-40B4-BE49-F238E27FC236}">
                <a16:creationId xmlns:a16="http://schemas.microsoft.com/office/drawing/2014/main" id="{AA0163DB-7C3F-44F1-9FB3-FDCFAD73A8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92222" y="4481456"/>
            <a:ext cx="4888401" cy="2120892"/>
          </a:xfrm>
          <a:prstGeom prst="rect">
            <a:avLst/>
          </a:prstGeom>
        </p:spPr>
      </p:pic>
      <p:pic>
        <p:nvPicPr>
          <p:cNvPr id="22" name="Picture 21">
            <a:extLst>
              <a:ext uri="{FF2B5EF4-FFF2-40B4-BE49-F238E27FC236}">
                <a16:creationId xmlns:a16="http://schemas.microsoft.com/office/drawing/2014/main" id="{F0EC6749-67D3-03E9-D347-2205C3450F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61297" y="4559782"/>
            <a:ext cx="4536835" cy="2042566"/>
          </a:xfrm>
          <a:prstGeom prst="rect">
            <a:avLst/>
          </a:prstGeom>
        </p:spPr>
      </p:pic>
    </p:spTree>
    <p:extLst>
      <p:ext uri="{BB962C8B-B14F-4D97-AF65-F5344CB8AC3E}">
        <p14:creationId xmlns:p14="http://schemas.microsoft.com/office/powerpoint/2010/main" val="2409286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1C72E-799B-867F-3655-80606E3262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1EC2F1-5F15-7FE6-F3F5-42C91D904886}"/>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Component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23036433-7DE5-8828-EB8C-8D57441EC69D}"/>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136A2895-552C-89D8-20FE-06E66FC8151C}"/>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CE1E2C1D-5A50-8E6E-D7D0-85C1078FA10C}"/>
              </a:ext>
            </a:extLst>
          </p:cNvPr>
          <p:cNvCxnSpPr>
            <a:cxnSpLocks/>
          </p:cNvCxnSpPr>
          <p:nvPr/>
        </p:nvCxnSpPr>
        <p:spPr>
          <a:xfrm>
            <a:off x="276000" y="1148787"/>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6789257C-B816-5952-18EA-0B7F6DBE8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090" y="1397799"/>
            <a:ext cx="10314039" cy="5127591"/>
          </a:xfrm>
          <a:prstGeom prst="rect">
            <a:avLst/>
          </a:prstGeom>
        </p:spPr>
      </p:pic>
    </p:spTree>
    <p:extLst>
      <p:ext uri="{BB962C8B-B14F-4D97-AF65-F5344CB8AC3E}">
        <p14:creationId xmlns:p14="http://schemas.microsoft.com/office/powerpoint/2010/main" val="520717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Deployment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FE6C9C77-7E61-C158-F32A-1948910441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103" y="1550900"/>
            <a:ext cx="11159614" cy="4880379"/>
          </a:xfrm>
          <a:prstGeom prst="rect">
            <a:avLst/>
          </a:prstGeom>
        </p:spPr>
      </p:pic>
    </p:spTree>
    <p:extLst>
      <p:ext uri="{BB962C8B-B14F-4D97-AF65-F5344CB8AC3E}">
        <p14:creationId xmlns:p14="http://schemas.microsoft.com/office/powerpoint/2010/main" val="2529071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Data Flow Diagram (DFD)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99332"/>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548640" y="1478018"/>
            <a:ext cx="326136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DFD Level 0</a:t>
            </a:r>
          </a:p>
        </p:txBody>
      </p:sp>
      <p:pic>
        <p:nvPicPr>
          <p:cNvPr id="8" name="Picture 7">
            <a:extLst>
              <a:ext uri="{FF2B5EF4-FFF2-40B4-BE49-F238E27FC236}">
                <a16:creationId xmlns:a16="http://schemas.microsoft.com/office/drawing/2014/main" id="{FC5E8476-E42B-93DE-2940-4B8CF71B4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232" y="2035867"/>
            <a:ext cx="10901329" cy="4551744"/>
          </a:xfrm>
          <a:prstGeom prst="rect">
            <a:avLst/>
          </a:prstGeom>
        </p:spPr>
      </p:pic>
    </p:spTree>
    <p:extLst>
      <p:ext uri="{BB962C8B-B14F-4D97-AF65-F5344CB8AC3E}">
        <p14:creationId xmlns:p14="http://schemas.microsoft.com/office/powerpoint/2010/main" val="1526230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Data Flow Diagram (DFD)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548640" y="1478018"/>
            <a:ext cx="326136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DFD Level 1</a:t>
            </a:r>
          </a:p>
        </p:txBody>
      </p:sp>
      <p:pic>
        <p:nvPicPr>
          <p:cNvPr id="7" name="Picture 6">
            <a:extLst>
              <a:ext uri="{FF2B5EF4-FFF2-40B4-BE49-F238E27FC236}">
                <a16:creationId xmlns:a16="http://schemas.microsoft.com/office/drawing/2014/main" id="{56ECE170-8E45-DC4C-42CD-9B57E889A0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3767" y="1730477"/>
            <a:ext cx="8204466" cy="4572000"/>
          </a:xfrm>
          <a:prstGeom prst="rect">
            <a:avLst/>
          </a:prstGeom>
        </p:spPr>
      </p:pic>
    </p:spTree>
    <p:extLst>
      <p:ext uri="{BB962C8B-B14F-4D97-AF65-F5344CB8AC3E}">
        <p14:creationId xmlns:p14="http://schemas.microsoft.com/office/powerpoint/2010/main" val="4068669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Data Flow Diagram (DFD)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548640" y="1478018"/>
            <a:ext cx="326136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DFD Level 2</a:t>
            </a:r>
          </a:p>
          <a:p>
            <a:endParaRPr lang="en-US"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85A896A-1C46-50E2-3A29-5BB7D38C39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755" y="1966456"/>
            <a:ext cx="11090787" cy="4663390"/>
          </a:xfrm>
          <a:prstGeom prst="rect">
            <a:avLst/>
          </a:prstGeom>
        </p:spPr>
      </p:pic>
    </p:spTree>
    <p:extLst>
      <p:ext uri="{BB962C8B-B14F-4D97-AF65-F5344CB8AC3E}">
        <p14:creationId xmlns:p14="http://schemas.microsoft.com/office/powerpoint/2010/main" val="912854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Control Flow Diagram (CFD)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1BDB55EA-97A7-CAA8-1646-2129990173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4040" y="1550903"/>
            <a:ext cx="7943920" cy="5125200"/>
          </a:xfrm>
          <a:prstGeom prst="rect">
            <a:avLst/>
          </a:prstGeom>
        </p:spPr>
      </p:pic>
    </p:spTree>
    <p:extLst>
      <p:ext uri="{BB962C8B-B14F-4D97-AF65-F5344CB8AC3E}">
        <p14:creationId xmlns:p14="http://schemas.microsoft.com/office/powerpoint/2010/main" val="55466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2985"/>
            <a:ext cx="10515600" cy="1325563"/>
          </a:xfrm>
        </p:spPr>
        <p:txBody>
          <a:bodyPr/>
          <a:lstStyle/>
          <a:p>
            <a:r>
              <a:rPr lang="en-US" b="1" spc="-93" dirty="0">
                <a:solidFill>
                  <a:srgbClr val="FF0000"/>
                </a:solidFill>
                <a:latin typeface="Times New Roman" panose="02020603050405020304" pitchFamily="18" charset="0"/>
                <a:cs typeface="Times New Roman" panose="02020603050405020304" pitchFamily="18" charset="0"/>
              </a:rPr>
              <a:t>Conclusion</a:t>
            </a:r>
            <a:r>
              <a:rPr lang="en-US" spc="-93" dirty="0">
                <a:solidFill>
                  <a:srgbClr val="FF0000"/>
                </a:solidFill>
              </a:rPr>
              <a:t>:</a:t>
            </a:r>
            <a:endParaRPr lang="en-US" dirty="0"/>
          </a:p>
        </p:txBody>
      </p:sp>
      <p:sp>
        <p:nvSpPr>
          <p:cNvPr id="3" name="Content Placeholder 2"/>
          <p:cNvSpPr>
            <a:spLocks noGrp="1"/>
          </p:cNvSpPr>
          <p:nvPr>
            <p:ph idx="1"/>
          </p:nvPr>
        </p:nvSpPr>
        <p:spPr>
          <a:xfrm>
            <a:off x="825501" y="1877060"/>
            <a:ext cx="9960486" cy="4360863"/>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Online Agriculture Management System provides an effective solution to the problems faced in traditional farming methods. By digitizing agricultural activities, the system helps farmers manage their data efficiently, access real-time information, and reduce dependency on intermediaries.</a:t>
            </a:r>
          </a:p>
          <a:p>
            <a:pPr marL="0" indent="0">
              <a:buNone/>
            </a:pPr>
            <a:r>
              <a:rPr lang="en-US" sz="1800" dirty="0">
                <a:latin typeface="Times New Roman" panose="02020603050405020304" pitchFamily="18" charset="0"/>
                <a:cs typeface="Times New Roman" panose="02020603050405020304" pitchFamily="18" charset="0"/>
              </a:rPr>
              <a:t>The system improves transparency, reduces manual effort, and supports better decision-making. Features such as crop management, weather updates, marketplace access, and government scheme information make the system highly useful for farmers.</a:t>
            </a:r>
          </a:p>
          <a:p>
            <a:pPr marL="0" indent="0">
              <a:buNone/>
            </a:pPr>
            <a:r>
              <a:rPr lang="en-US" sz="1800" dirty="0">
                <a:latin typeface="Times New Roman" panose="02020603050405020304" pitchFamily="18" charset="0"/>
                <a:cs typeface="Times New Roman" panose="02020603050405020304" pitchFamily="18" charset="0"/>
              </a:rPr>
              <a:t>Overall, this project contributes to modernizing agriculture by integrating technology, leading to improved productivity, better resource management, and increased farmer satisfaction.</a:t>
            </a:r>
          </a:p>
          <a:p>
            <a:pPr marL="0" indent="0" algn="just">
              <a:lnSpc>
                <a:spcPct val="170000"/>
              </a:lnSpc>
              <a:buNone/>
            </a:pPr>
            <a:r>
              <a:rPr lang="en-US" sz="1800" dirty="0">
                <a:latin typeface="Times New Roman" panose="02020603050405020304" pitchFamily="18" charset="0"/>
                <a:cs typeface="Times New Roman" panose="02020603050405020304" pitchFamily="18" charset="0"/>
              </a:rPr>
              <a:t>.</a:t>
            </a:r>
          </a:p>
        </p:txBody>
      </p:sp>
      <p:cxnSp>
        <p:nvCxnSpPr>
          <p:cNvPr id="5" name="Straight Connector 4">
            <a:extLst>
              <a:ext uri="{FF2B5EF4-FFF2-40B4-BE49-F238E27FC236}">
                <a16:creationId xmlns:a16="http://schemas.microsoft.com/office/drawing/2014/main" id="{4365662B-5113-F358-2F37-35DC99E1EED2}"/>
              </a:ext>
            </a:extLst>
          </p:cNvPr>
          <p:cNvCxnSpPr>
            <a:cxnSpLocks/>
          </p:cNvCxnSpPr>
          <p:nvPr/>
        </p:nvCxnSpPr>
        <p:spPr>
          <a:xfrm>
            <a:off x="136948" y="1426558"/>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58775" y="181952"/>
            <a:ext cx="933449" cy="1047627"/>
          </a:xfrm>
          <a:prstGeom prst="rect">
            <a:avLst/>
          </a:prstGeom>
        </p:spPr>
      </p:pic>
      <p:sp>
        <p:nvSpPr>
          <p:cNvPr id="7"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spTree>
    <p:extLst>
      <p:ext uri="{BB962C8B-B14F-4D97-AF65-F5344CB8AC3E}">
        <p14:creationId xmlns:p14="http://schemas.microsoft.com/office/powerpoint/2010/main" val="2958470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6F23E-80C1-75D6-F15F-9954116C87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D1FAF8-DB47-8500-2589-2F76635EB2D5}"/>
              </a:ext>
            </a:extLst>
          </p:cNvPr>
          <p:cNvSpPr txBox="1">
            <a:spLocks noGrp="1"/>
          </p:cNvSpPr>
          <p:nvPr>
            <p:ph type="title"/>
          </p:nvPr>
        </p:nvSpPr>
        <p:spPr>
          <a:xfrm>
            <a:off x="1435619" y="311016"/>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References: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82D082B1-2E62-9638-41CE-263D969ADF8E}"/>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1E14286D-FF11-97BB-3FF9-5E9D06D3C5B5}"/>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7350669E-5C74-064A-91DB-4C0FF11B8CE5}"/>
              </a:ext>
            </a:extLst>
          </p:cNvPr>
          <p:cNvCxnSpPr>
            <a:cxnSpLocks/>
          </p:cNvCxnSpPr>
          <p:nvPr/>
        </p:nvCxnSpPr>
        <p:spPr>
          <a:xfrm>
            <a:off x="329040" y="1455174"/>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D11C1ABC-542D-AB6C-DAEF-60D85FC2B96F}"/>
              </a:ext>
            </a:extLst>
          </p:cNvPr>
          <p:cNvSpPr txBox="1"/>
          <p:nvPr/>
        </p:nvSpPr>
        <p:spPr>
          <a:xfrm>
            <a:off x="825910" y="1761562"/>
            <a:ext cx="10939370" cy="4201150"/>
          </a:xfrm>
          <a:prstGeom prst="rect">
            <a:avLst/>
          </a:prstGeom>
          <a:noFill/>
        </p:spPr>
        <p:txBody>
          <a:bodyPr wrap="square">
            <a:spAutoFit/>
          </a:bodyPr>
          <a:lstStyle/>
          <a:p>
            <a:pPr marL="457200" indent="-457200">
              <a:buFont typeface="+mj-lt"/>
              <a:buAutoNum type="arabicPeriod"/>
            </a:pPr>
            <a:endParaRPr lang="en-IN" sz="2400" b="1" dirty="0">
              <a:latin typeface="Times New Roman" panose="02020603050405020304" pitchFamily="18" charset="0"/>
              <a:ea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1. </a:t>
            </a:r>
            <a:r>
              <a:rPr lang="en-IN" b="1" dirty="0" err="1">
                <a:latin typeface="Times New Roman" panose="02020603050405020304" pitchFamily="18" charset="0"/>
                <a:cs typeface="Times New Roman" panose="02020603050405020304" pitchFamily="18" charset="0"/>
              </a:rPr>
              <a:t>Sommerville</a:t>
            </a:r>
            <a:r>
              <a:rPr lang="en-IN" dirty="0">
                <a:latin typeface="Times New Roman" panose="02020603050405020304" pitchFamily="18" charset="0"/>
                <a:cs typeface="Times New Roman" panose="02020603050405020304" pitchFamily="18" charset="0"/>
              </a:rPr>
              <a:t>, I. </a:t>
            </a:r>
            <a:r>
              <a:rPr lang="en-IN" i="1" dirty="0">
                <a:latin typeface="Times New Roman" panose="02020603050405020304" pitchFamily="18" charset="0"/>
                <a:cs typeface="Times New Roman" panose="02020603050405020304" pitchFamily="18" charset="0"/>
              </a:rPr>
              <a:t>Software Engineering</a:t>
            </a:r>
            <a:r>
              <a:rPr lang="en-IN" dirty="0">
                <a:latin typeface="Times New Roman" panose="02020603050405020304" pitchFamily="18" charset="0"/>
                <a:cs typeface="Times New Roman" panose="02020603050405020304" pitchFamily="18" charset="0"/>
              </a:rPr>
              <a:t>, 10th Edition, Pearson Education. </a:t>
            </a: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Pressman, R. 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Software Engineering: A Practitioner’s Approach</a:t>
            </a:r>
            <a:r>
              <a:rPr lang="en-IN" dirty="0">
                <a:latin typeface="Times New Roman" panose="02020603050405020304" pitchFamily="18" charset="0"/>
                <a:cs typeface="Times New Roman" panose="02020603050405020304" pitchFamily="18" charset="0"/>
              </a:rPr>
              <a:t>, McGraw-Hill. </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3. </a:t>
            </a:r>
            <a:r>
              <a:rPr lang="en-IN" b="1" dirty="0" err="1">
                <a:latin typeface="Times New Roman" panose="02020603050405020304" pitchFamily="18" charset="0"/>
                <a:cs typeface="Times New Roman" panose="02020603050405020304" pitchFamily="18" charset="0"/>
              </a:rPr>
              <a:t>Elmasri</a:t>
            </a:r>
            <a:r>
              <a:rPr lang="en-IN" b="1" dirty="0">
                <a:latin typeface="Times New Roman" panose="02020603050405020304" pitchFamily="18" charset="0"/>
                <a:cs typeface="Times New Roman" panose="02020603050405020304" pitchFamily="18" charset="0"/>
              </a:rPr>
              <a:t>, R. and </a:t>
            </a:r>
            <a:r>
              <a:rPr lang="en-IN" b="1" dirty="0" err="1">
                <a:latin typeface="Times New Roman" panose="02020603050405020304" pitchFamily="18" charset="0"/>
                <a:cs typeface="Times New Roman" panose="02020603050405020304" pitchFamily="18" charset="0"/>
              </a:rPr>
              <a:t>Navathe</a:t>
            </a:r>
            <a:r>
              <a:rPr lang="en-IN" dirty="0">
                <a:latin typeface="Times New Roman" panose="02020603050405020304" pitchFamily="18" charset="0"/>
                <a:cs typeface="Times New Roman" panose="02020603050405020304" pitchFamily="18" charset="0"/>
              </a:rPr>
              <a:t>, S. B. </a:t>
            </a:r>
            <a:r>
              <a:rPr lang="en-IN" i="1" dirty="0">
                <a:latin typeface="Times New Roman" panose="02020603050405020304" pitchFamily="18" charset="0"/>
                <a:cs typeface="Times New Roman" panose="02020603050405020304" pitchFamily="18" charset="0"/>
              </a:rPr>
              <a:t>Fundamentals of Database Systems</a:t>
            </a:r>
            <a:r>
              <a:rPr lang="en-IN" dirty="0">
                <a:latin typeface="Times New Roman" panose="02020603050405020304" pitchFamily="18" charset="0"/>
                <a:cs typeface="Times New Roman" panose="02020603050405020304" pitchFamily="18" charset="0"/>
              </a:rPr>
              <a:t>, Pearson. </a:t>
            </a: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4. Object Management Group (OMG), </a:t>
            </a:r>
            <a:r>
              <a:rPr lang="en-IN" i="1" dirty="0">
                <a:latin typeface="Times New Roman" panose="02020603050405020304" pitchFamily="18" charset="0"/>
                <a:cs typeface="Times New Roman" panose="02020603050405020304" pitchFamily="18" charset="0"/>
              </a:rPr>
              <a:t>Unified </a:t>
            </a:r>
            <a:r>
              <a:rPr lang="en-IN" i="1" dirty="0" err="1">
                <a:latin typeface="Times New Roman" panose="02020603050405020304" pitchFamily="18" charset="0"/>
                <a:cs typeface="Times New Roman" panose="02020603050405020304" pitchFamily="18" charset="0"/>
              </a:rPr>
              <a:t>Modeling</a:t>
            </a:r>
            <a:r>
              <a:rPr lang="en-IN" i="1" dirty="0">
                <a:latin typeface="Times New Roman" panose="02020603050405020304" pitchFamily="18" charset="0"/>
                <a:cs typeface="Times New Roman" panose="02020603050405020304" pitchFamily="18" charset="0"/>
              </a:rPr>
              <a:t> Language (UML) Specification</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5. IEEE, </a:t>
            </a:r>
            <a:r>
              <a:rPr lang="en-IN" i="1" dirty="0">
                <a:latin typeface="Times New Roman" panose="02020603050405020304" pitchFamily="18" charset="0"/>
                <a:cs typeface="Times New Roman" panose="02020603050405020304" pitchFamily="18" charset="0"/>
              </a:rPr>
              <a:t>Software Requirements Specification (SRS) Standards</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6. Research papers and articles on Online Agriculture Management. </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342900" lvl="0" indent="-342900">
              <a:lnSpc>
                <a:spcPct val="150000"/>
              </a:lnSpc>
              <a:spcAft>
                <a:spcPts val="800"/>
              </a:spcAft>
              <a:buFont typeface="+mj-lt"/>
              <a:buAutoNum type="arabicPeriod"/>
              <a:tabLst>
                <a:tab pos="457200" algn="l"/>
              </a:tabLst>
            </a:pP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541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9040" y="101160"/>
            <a:ext cx="933449" cy="1047627"/>
          </a:xfrm>
          <a:prstGeom prst="rect">
            <a:avLst/>
          </a:prstGeom>
        </p:spPr>
      </p:pic>
      <p:sp>
        <p:nvSpPr>
          <p:cNvPr id="3" name="object 3"/>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sp>
        <p:nvSpPr>
          <p:cNvPr id="4" name="object 4"/>
          <p:cNvSpPr/>
          <p:nvPr/>
        </p:nvSpPr>
        <p:spPr>
          <a:xfrm>
            <a:off x="3415902" y="2986659"/>
            <a:ext cx="1844040" cy="1130723"/>
          </a:xfrm>
          <a:custGeom>
            <a:avLst/>
            <a:gdLst/>
            <a:ahLst/>
            <a:cxnLst/>
            <a:rect l="l" t="t" r="r" b="b"/>
            <a:pathLst>
              <a:path w="2766059" h="1696085">
                <a:moveTo>
                  <a:pt x="1268907" y="376555"/>
                </a:moveTo>
                <a:lnTo>
                  <a:pt x="1226604" y="317969"/>
                </a:lnTo>
                <a:lnTo>
                  <a:pt x="1186891" y="273977"/>
                </a:lnTo>
                <a:lnTo>
                  <a:pt x="1154226" y="240474"/>
                </a:lnTo>
                <a:lnTo>
                  <a:pt x="1118666" y="210578"/>
                </a:lnTo>
                <a:lnTo>
                  <a:pt x="1087805" y="195630"/>
                </a:lnTo>
                <a:lnTo>
                  <a:pt x="1091552" y="195630"/>
                </a:lnTo>
                <a:lnTo>
                  <a:pt x="1086243" y="194881"/>
                </a:lnTo>
                <a:lnTo>
                  <a:pt x="1083830" y="193700"/>
                </a:lnTo>
                <a:lnTo>
                  <a:pt x="1069606" y="192252"/>
                </a:lnTo>
                <a:lnTo>
                  <a:pt x="1033932" y="189369"/>
                </a:lnTo>
                <a:lnTo>
                  <a:pt x="1024051" y="187921"/>
                </a:lnTo>
                <a:lnTo>
                  <a:pt x="992530" y="187769"/>
                </a:lnTo>
                <a:lnTo>
                  <a:pt x="898690" y="195630"/>
                </a:lnTo>
                <a:lnTo>
                  <a:pt x="848715" y="202476"/>
                </a:lnTo>
                <a:lnTo>
                  <a:pt x="799058" y="211201"/>
                </a:lnTo>
                <a:lnTo>
                  <a:pt x="749719" y="221424"/>
                </a:lnTo>
                <a:lnTo>
                  <a:pt x="700697" y="232778"/>
                </a:lnTo>
                <a:lnTo>
                  <a:pt x="603631" y="257340"/>
                </a:lnTo>
                <a:lnTo>
                  <a:pt x="552526" y="271284"/>
                </a:lnTo>
                <a:lnTo>
                  <a:pt x="296989" y="346062"/>
                </a:lnTo>
                <a:lnTo>
                  <a:pt x="248081" y="358508"/>
                </a:lnTo>
                <a:lnTo>
                  <a:pt x="144881" y="381254"/>
                </a:lnTo>
                <a:lnTo>
                  <a:pt x="93713" y="394347"/>
                </a:lnTo>
                <a:lnTo>
                  <a:pt x="44907" y="410425"/>
                </a:lnTo>
                <a:lnTo>
                  <a:pt x="0" y="430911"/>
                </a:lnTo>
                <a:lnTo>
                  <a:pt x="11988" y="451040"/>
                </a:lnTo>
                <a:lnTo>
                  <a:pt x="46761" y="492150"/>
                </a:lnTo>
                <a:lnTo>
                  <a:pt x="89496" y="533971"/>
                </a:lnTo>
                <a:lnTo>
                  <a:pt x="125349" y="556272"/>
                </a:lnTo>
                <a:lnTo>
                  <a:pt x="127279" y="558190"/>
                </a:lnTo>
                <a:lnTo>
                  <a:pt x="172097" y="562940"/>
                </a:lnTo>
                <a:lnTo>
                  <a:pt x="217716" y="563981"/>
                </a:lnTo>
                <a:lnTo>
                  <a:pt x="263969" y="561809"/>
                </a:lnTo>
                <a:lnTo>
                  <a:pt x="310705" y="556907"/>
                </a:lnTo>
                <a:lnTo>
                  <a:pt x="357771" y="549757"/>
                </a:lnTo>
                <a:lnTo>
                  <a:pt x="404990" y="540842"/>
                </a:lnTo>
                <a:lnTo>
                  <a:pt x="405307" y="549757"/>
                </a:lnTo>
                <a:lnTo>
                  <a:pt x="405955" y="558431"/>
                </a:lnTo>
                <a:lnTo>
                  <a:pt x="406615" y="567690"/>
                </a:lnTo>
                <a:lnTo>
                  <a:pt x="406654" y="568960"/>
                </a:lnTo>
                <a:lnTo>
                  <a:pt x="406920" y="577481"/>
                </a:lnTo>
                <a:lnTo>
                  <a:pt x="410718" y="628408"/>
                </a:lnTo>
                <a:lnTo>
                  <a:pt x="414147" y="679691"/>
                </a:lnTo>
                <a:lnTo>
                  <a:pt x="418312" y="730986"/>
                </a:lnTo>
                <a:lnTo>
                  <a:pt x="424281" y="781900"/>
                </a:lnTo>
                <a:lnTo>
                  <a:pt x="431393" y="831253"/>
                </a:lnTo>
                <a:lnTo>
                  <a:pt x="437057" y="880859"/>
                </a:lnTo>
                <a:lnTo>
                  <a:pt x="441629" y="930656"/>
                </a:lnTo>
                <a:lnTo>
                  <a:pt x="445490" y="980541"/>
                </a:lnTo>
                <a:lnTo>
                  <a:pt x="452488" y="1080223"/>
                </a:lnTo>
                <a:lnTo>
                  <a:pt x="456336" y="1129842"/>
                </a:lnTo>
                <a:lnTo>
                  <a:pt x="460921" y="1179182"/>
                </a:lnTo>
                <a:lnTo>
                  <a:pt x="465239" y="1224826"/>
                </a:lnTo>
                <a:lnTo>
                  <a:pt x="469887" y="1274445"/>
                </a:lnTo>
                <a:lnTo>
                  <a:pt x="475919" y="1326324"/>
                </a:lnTo>
                <a:lnTo>
                  <a:pt x="484378" y="1378724"/>
                </a:lnTo>
                <a:lnTo>
                  <a:pt x="496316" y="1429918"/>
                </a:lnTo>
                <a:lnTo>
                  <a:pt x="512775" y="1478178"/>
                </a:lnTo>
                <a:lnTo>
                  <a:pt x="534809" y="1521764"/>
                </a:lnTo>
                <a:lnTo>
                  <a:pt x="563460" y="1558963"/>
                </a:lnTo>
                <a:lnTo>
                  <a:pt x="599770" y="1588033"/>
                </a:lnTo>
                <a:lnTo>
                  <a:pt x="636625" y="1603324"/>
                </a:lnTo>
                <a:lnTo>
                  <a:pt x="678954" y="1608988"/>
                </a:lnTo>
                <a:lnTo>
                  <a:pt x="721550" y="1603717"/>
                </a:lnTo>
                <a:lnTo>
                  <a:pt x="759244" y="1586242"/>
                </a:lnTo>
                <a:lnTo>
                  <a:pt x="786841" y="1555242"/>
                </a:lnTo>
                <a:lnTo>
                  <a:pt x="804125" y="1513459"/>
                </a:lnTo>
                <a:lnTo>
                  <a:pt x="812152" y="1468348"/>
                </a:lnTo>
                <a:lnTo>
                  <a:pt x="812622" y="1420749"/>
                </a:lnTo>
                <a:lnTo>
                  <a:pt x="807300" y="1371485"/>
                </a:lnTo>
                <a:lnTo>
                  <a:pt x="797890" y="1321371"/>
                </a:lnTo>
                <a:lnTo>
                  <a:pt x="786130" y="1271257"/>
                </a:lnTo>
                <a:lnTo>
                  <a:pt x="773747" y="1221943"/>
                </a:lnTo>
                <a:lnTo>
                  <a:pt x="762482" y="1174254"/>
                </a:lnTo>
                <a:lnTo>
                  <a:pt x="754062" y="1129042"/>
                </a:lnTo>
                <a:lnTo>
                  <a:pt x="745858" y="1079525"/>
                </a:lnTo>
                <a:lnTo>
                  <a:pt x="738416" y="1029449"/>
                </a:lnTo>
                <a:lnTo>
                  <a:pt x="731380" y="978966"/>
                </a:lnTo>
                <a:lnTo>
                  <a:pt x="724408" y="928230"/>
                </a:lnTo>
                <a:lnTo>
                  <a:pt x="717156" y="877404"/>
                </a:lnTo>
                <a:lnTo>
                  <a:pt x="709307" y="826655"/>
                </a:lnTo>
                <a:lnTo>
                  <a:pt x="700506" y="776122"/>
                </a:lnTo>
                <a:lnTo>
                  <a:pt x="690410" y="725982"/>
                </a:lnTo>
                <a:lnTo>
                  <a:pt x="679145" y="673874"/>
                </a:lnTo>
                <a:lnTo>
                  <a:pt x="668235" y="621601"/>
                </a:lnTo>
                <a:lnTo>
                  <a:pt x="657326" y="568960"/>
                </a:lnTo>
                <a:lnTo>
                  <a:pt x="651370" y="540842"/>
                </a:lnTo>
                <a:lnTo>
                  <a:pt x="646061" y="515772"/>
                </a:lnTo>
                <a:lnTo>
                  <a:pt x="644309" y="508241"/>
                </a:lnTo>
                <a:lnTo>
                  <a:pt x="640016" y="492150"/>
                </a:lnTo>
                <a:lnTo>
                  <a:pt x="638340" y="484911"/>
                </a:lnTo>
                <a:lnTo>
                  <a:pt x="652475" y="481723"/>
                </a:lnTo>
                <a:lnTo>
                  <a:pt x="679297" y="474611"/>
                </a:lnTo>
                <a:lnTo>
                  <a:pt x="692340" y="471411"/>
                </a:lnTo>
                <a:lnTo>
                  <a:pt x="787400" y="449199"/>
                </a:lnTo>
                <a:lnTo>
                  <a:pt x="881976" y="428053"/>
                </a:lnTo>
                <a:lnTo>
                  <a:pt x="929246" y="418426"/>
                </a:lnTo>
                <a:lnTo>
                  <a:pt x="976566" y="409702"/>
                </a:lnTo>
                <a:lnTo>
                  <a:pt x="1024001" y="402107"/>
                </a:lnTo>
                <a:lnTo>
                  <a:pt x="1071626" y="395846"/>
                </a:lnTo>
                <a:lnTo>
                  <a:pt x="1119479" y="391134"/>
                </a:lnTo>
                <a:lnTo>
                  <a:pt x="1167650" y="388200"/>
                </a:lnTo>
                <a:lnTo>
                  <a:pt x="1216164" y="387248"/>
                </a:lnTo>
                <a:lnTo>
                  <a:pt x="1265123" y="388480"/>
                </a:lnTo>
                <a:lnTo>
                  <a:pt x="1265212" y="388200"/>
                </a:lnTo>
                <a:lnTo>
                  <a:pt x="1265516" y="387248"/>
                </a:lnTo>
                <a:lnTo>
                  <a:pt x="1268907" y="376555"/>
                </a:lnTo>
                <a:close/>
              </a:path>
              <a:path w="2766059" h="1696085">
                <a:moveTo>
                  <a:pt x="1581670" y="236829"/>
                </a:moveTo>
                <a:lnTo>
                  <a:pt x="1580667" y="232029"/>
                </a:lnTo>
                <a:lnTo>
                  <a:pt x="1580045" y="234111"/>
                </a:lnTo>
                <a:lnTo>
                  <a:pt x="1581391" y="245770"/>
                </a:lnTo>
                <a:lnTo>
                  <a:pt x="1581670" y="236829"/>
                </a:lnTo>
                <a:close/>
              </a:path>
              <a:path w="2766059" h="1696085">
                <a:moveTo>
                  <a:pt x="1864525" y="1512519"/>
                </a:moveTo>
                <a:lnTo>
                  <a:pt x="1854885" y="1460322"/>
                </a:lnTo>
                <a:lnTo>
                  <a:pt x="1836686" y="1404581"/>
                </a:lnTo>
                <a:lnTo>
                  <a:pt x="1814461" y="1349324"/>
                </a:lnTo>
                <a:lnTo>
                  <a:pt x="1792770" y="1298562"/>
                </a:lnTo>
                <a:lnTo>
                  <a:pt x="1776183" y="1256322"/>
                </a:lnTo>
                <a:lnTo>
                  <a:pt x="1760245" y="1206182"/>
                </a:lnTo>
                <a:lnTo>
                  <a:pt x="1745183" y="1156042"/>
                </a:lnTo>
                <a:lnTo>
                  <a:pt x="1730857" y="1105903"/>
                </a:lnTo>
                <a:lnTo>
                  <a:pt x="1717179" y="1055763"/>
                </a:lnTo>
                <a:lnTo>
                  <a:pt x="1704035" y="1005611"/>
                </a:lnTo>
                <a:lnTo>
                  <a:pt x="1691322" y="955471"/>
                </a:lnTo>
                <a:lnTo>
                  <a:pt x="1693748" y="949693"/>
                </a:lnTo>
                <a:lnTo>
                  <a:pt x="1697355" y="941070"/>
                </a:lnTo>
                <a:lnTo>
                  <a:pt x="1696148" y="927023"/>
                </a:lnTo>
                <a:lnTo>
                  <a:pt x="1689150" y="913714"/>
                </a:lnTo>
                <a:lnTo>
                  <a:pt x="1677822" y="901471"/>
                </a:lnTo>
                <a:lnTo>
                  <a:pt x="1676069" y="892492"/>
                </a:lnTo>
                <a:lnTo>
                  <a:pt x="1671853" y="873810"/>
                </a:lnTo>
                <a:lnTo>
                  <a:pt x="1670113" y="864831"/>
                </a:lnTo>
                <a:lnTo>
                  <a:pt x="1659204" y="816292"/>
                </a:lnTo>
                <a:lnTo>
                  <a:pt x="1648320" y="767562"/>
                </a:lnTo>
                <a:lnTo>
                  <a:pt x="1637665" y="718654"/>
                </a:lnTo>
                <a:lnTo>
                  <a:pt x="1627441" y="669569"/>
                </a:lnTo>
                <a:lnTo>
                  <a:pt x="1617840" y="620306"/>
                </a:lnTo>
                <a:lnTo>
                  <a:pt x="1609090" y="570852"/>
                </a:lnTo>
                <a:lnTo>
                  <a:pt x="1601368" y="521220"/>
                </a:lnTo>
                <a:lnTo>
                  <a:pt x="1590344" y="436397"/>
                </a:lnTo>
                <a:lnTo>
                  <a:pt x="1582686" y="365645"/>
                </a:lnTo>
                <a:lnTo>
                  <a:pt x="1581391" y="330631"/>
                </a:lnTo>
                <a:lnTo>
                  <a:pt x="1581391" y="272770"/>
                </a:lnTo>
                <a:lnTo>
                  <a:pt x="1582483" y="276034"/>
                </a:lnTo>
                <a:lnTo>
                  <a:pt x="1582839" y="274218"/>
                </a:lnTo>
                <a:lnTo>
                  <a:pt x="1582762" y="272770"/>
                </a:lnTo>
                <a:lnTo>
                  <a:pt x="1582483" y="267347"/>
                </a:lnTo>
                <a:lnTo>
                  <a:pt x="1581569" y="257340"/>
                </a:lnTo>
                <a:lnTo>
                  <a:pt x="1581391" y="255422"/>
                </a:lnTo>
                <a:lnTo>
                  <a:pt x="1581391" y="253492"/>
                </a:lnTo>
                <a:lnTo>
                  <a:pt x="1579473" y="251561"/>
                </a:lnTo>
                <a:lnTo>
                  <a:pt x="1579473" y="255422"/>
                </a:lnTo>
                <a:lnTo>
                  <a:pt x="1577543" y="257340"/>
                </a:lnTo>
                <a:lnTo>
                  <a:pt x="1577543" y="255422"/>
                </a:lnTo>
                <a:lnTo>
                  <a:pt x="1579473" y="255422"/>
                </a:lnTo>
                <a:lnTo>
                  <a:pt x="1579473" y="251561"/>
                </a:lnTo>
                <a:lnTo>
                  <a:pt x="1579473" y="247700"/>
                </a:lnTo>
                <a:lnTo>
                  <a:pt x="1577390" y="219011"/>
                </a:lnTo>
                <a:lnTo>
                  <a:pt x="1557045" y="196113"/>
                </a:lnTo>
                <a:lnTo>
                  <a:pt x="1527670" y="182613"/>
                </a:lnTo>
                <a:lnTo>
                  <a:pt x="1498473" y="182130"/>
                </a:lnTo>
                <a:lnTo>
                  <a:pt x="1510195" y="178092"/>
                </a:lnTo>
                <a:lnTo>
                  <a:pt x="1467612" y="184061"/>
                </a:lnTo>
                <a:lnTo>
                  <a:pt x="1423949" y="213347"/>
                </a:lnTo>
                <a:lnTo>
                  <a:pt x="1393304" y="261416"/>
                </a:lnTo>
                <a:lnTo>
                  <a:pt x="1379867" y="299046"/>
                </a:lnTo>
                <a:lnTo>
                  <a:pt x="1370761" y="338493"/>
                </a:lnTo>
                <a:lnTo>
                  <a:pt x="1363472" y="378841"/>
                </a:lnTo>
                <a:lnTo>
                  <a:pt x="1356398" y="426186"/>
                </a:lnTo>
                <a:lnTo>
                  <a:pt x="1352842" y="475284"/>
                </a:lnTo>
                <a:lnTo>
                  <a:pt x="1352334" y="525627"/>
                </a:lnTo>
                <a:lnTo>
                  <a:pt x="1354391" y="576681"/>
                </a:lnTo>
                <a:lnTo>
                  <a:pt x="1358557" y="627926"/>
                </a:lnTo>
                <a:lnTo>
                  <a:pt x="1364322" y="678840"/>
                </a:lnTo>
                <a:lnTo>
                  <a:pt x="1371244" y="728891"/>
                </a:lnTo>
                <a:lnTo>
                  <a:pt x="1378915" y="778052"/>
                </a:lnTo>
                <a:lnTo>
                  <a:pt x="1386611" y="824331"/>
                </a:lnTo>
                <a:lnTo>
                  <a:pt x="1389481" y="838796"/>
                </a:lnTo>
                <a:lnTo>
                  <a:pt x="1392161" y="853262"/>
                </a:lnTo>
                <a:lnTo>
                  <a:pt x="1394485" y="867727"/>
                </a:lnTo>
                <a:lnTo>
                  <a:pt x="1396263" y="882192"/>
                </a:lnTo>
                <a:lnTo>
                  <a:pt x="1363319" y="890054"/>
                </a:lnTo>
                <a:lnTo>
                  <a:pt x="1330921" y="898817"/>
                </a:lnTo>
                <a:lnTo>
                  <a:pt x="1178369" y="941311"/>
                </a:lnTo>
                <a:lnTo>
                  <a:pt x="1149400" y="949693"/>
                </a:lnTo>
                <a:lnTo>
                  <a:pt x="1140726" y="906602"/>
                </a:lnTo>
                <a:lnTo>
                  <a:pt x="1123365" y="821143"/>
                </a:lnTo>
                <a:lnTo>
                  <a:pt x="1114691" y="778052"/>
                </a:lnTo>
                <a:lnTo>
                  <a:pt x="1107643" y="733132"/>
                </a:lnTo>
                <a:lnTo>
                  <a:pt x="1101331" y="687209"/>
                </a:lnTo>
                <a:lnTo>
                  <a:pt x="1093724" y="641553"/>
                </a:lnTo>
                <a:lnTo>
                  <a:pt x="1082789" y="597471"/>
                </a:lnTo>
                <a:lnTo>
                  <a:pt x="1066482" y="556272"/>
                </a:lnTo>
                <a:lnTo>
                  <a:pt x="1038669" y="523455"/>
                </a:lnTo>
                <a:lnTo>
                  <a:pt x="998740" y="503478"/>
                </a:lnTo>
                <a:lnTo>
                  <a:pt x="955560" y="501218"/>
                </a:lnTo>
                <a:lnTo>
                  <a:pt x="917981" y="521550"/>
                </a:lnTo>
                <a:lnTo>
                  <a:pt x="893394" y="557149"/>
                </a:lnTo>
                <a:lnTo>
                  <a:pt x="879995" y="599401"/>
                </a:lnTo>
                <a:lnTo>
                  <a:pt x="874661" y="645274"/>
                </a:lnTo>
                <a:lnTo>
                  <a:pt x="874229" y="691692"/>
                </a:lnTo>
                <a:lnTo>
                  <a:pt x="875550" y="735622"/>
                </a:lnTo>
                <a:lnTo>
                  <a:pt x="877570" y="783564"/>
                </a:lnTo>
                <a:lnTo>
                  <a:pt x="880364" y="831494"/>
                </a:lnTo>
                <a:lnTo>
                  <a:pt x="884008" y="879436"/>
                </a:lnTo>
                <a:lnTo>
                  <a:pt x="888555" y="927366"/>
                </a:lnTo>
                <a:lnTo>
                  <a:pt x="894080" y="975309"/>
                </a:lnTo>
                <a:lnTo>
                  <a:pt x="900658" y="1023251"/>
                </a:lnTo>
                <a:lnTo>
                  <a:pt x="908342" y="1071181"/>
                </a:lnTo>
                <a:lnTo>
                  <a:pt x="916736" y="1121600"/>
                </a:lnTo>
                <a:lnTo>
                  <a:pt x="925436" y="1172019"/>
                </a:lnTo>
                <a:lnTo>
                  <a:pt x="934504" y="1222438"/>
                </a:lnTo>
                <a:lnTo>
                  <a:pt x="944003" y="1272857"/>
                </a:lnTo>
                <a:lnTo>
                  <a:pt x="954024" y="1323276"/>
                </a:lnTo>
                <a:lnTo>
                  <a:pt x="964603" y="1373695"/>
                </a:lnTo>
                <a:lnTo>
                  <a:pt x="975842" y="1424101"/>
                </a:lnTo>
                <a:lnTo>
                  <a:pt x="987323" y="1470266"/>
                </a:lnTo>
                <a:lnTo>
                  <a:pt x="1001483" y="1518246"/>
                </a:lnTo>
                <a:lnTo>
                  <a:pt x="1019708" y="1565376"/>
                </a:lnTo>
                <a:lnTo>
                  <a:pt x="1043406" y="1608963"/>
                </a:lnTo>
                <a:lnTo>
                  <a:pt x="1073962" y="1646339"/>
                </a:lnTo>
                <a:lnTo>
                  <a:pt x="1112761" y="1674812"/>
                </a:lnTo>
                <a:lnTo>
                  <a:pt x="1155153" y="1691005"/>
                </a:lnTo>
                <a:lnTo>
                  <a:pt x="1201534" y="1695983"/>
                </a:lnTo>
                <a:lnTo>
                  <a:pt x="1245235" y="1686902"/>
                </a:lnTo>
                <a:lnTo>
                  <a:pt x="1279575" y="1660867"/>
                </a:lnTo>
                <a:lnTo>
                  <a:pt x="1297901" y="1615033"/>
                </a:lnTo>
                <a:lnTo>
                  <a:pt x="1297940" y="1601343"/>
                </a:lnTo>
                <a:lnTo>
                  <a:pt x="1298054" y="1559585"/>
                </a:lnTo>
                <a:lnTo>
                  <a:pt x="1287538" y="1505585"/>
                </a:lnTo>
                <a:lnTo>
                  <a:pt x="1271600" y="1452308"/>
                </a:lnTo>
                <a:lnTo>
                  <a:pt x="1255471" y="1399032"/>
                </a:lnTo>
                <a:lnTo>
                  <a:pt x="1242441" y="1353553"/>
                </a:lnTo>
                <a:lnTo>
                  <a:pt x="1230261" y="1307757"/>
                </a:lnTo>
                <a:lnTo>
                  <a:pt x="1218831" y="1261630"/>
                </a:lnTo>
                <a:lnTo>
                  <a:pt x="1208049" y="1215186"/>
                </a:lnTo>
                <a:lnTo>
                  <a:pt x="1197800" y="1168412"/>
                </a:lnTo>
                <a:lnTo>
                  <a:pt x="1187970" y="1121333"/>
                </a:lnTo>
                <a:lnTo>
                  <a:pt x="1225194" y="1114945"/>
                </a:lnTo>
                <a:lnTo>
                  <a:pt x="1296720" y="1100721"/>
                </a:lnTo>
                <a:lnTo>
                  <a:pt x="1330693" y="1094333"/>
                </a:lnTo>
                <a:lnTo>
                  <a:pt x="1410144" y="1080503"/>
                </a:lnTo>
                <a:lnTo>
                  <a:pt x="1438681" y="1075042"/>
                </a:lnTo>
                <a:lnTo>
                  <a:pt x="1450581" y="1125969"/>
                </a:lnTo>
                <a:lnTo>
                  <a:pt x="1463027" y="1177251"/>
                </a:lnTo>
                <a:lnTo>
                  <a:pt x="1475841" y="1228547"/>
                </a:lnTo>
                <a:lnTo>
                  <a:pt x="1488821" y="1279461"/>
                </a:lnTo>
                <a:lnTo>
                  <a:pt x="1499374" y="1320406"/>
                </a:lnTo>
                <a:lnTo>
                  <a:pt x="1510880" y="1364983"/>
                </a:lnTo>
                <a:lnTo>
                  <a:pt x="1524038" y="1411541"/>
                </a:lnTo>
                <a:lnTo>
                  <a:pt x="1539532" y="1458429"/>
                </a:lnTo>
                <a:lnTo>
                  <a:pt x="1558048" y="1503997"/>
                </a:lnTo>
                <a:lnTo>
                  <a:pt x="1580248" y="1546606"/>
                </a:lnTo>
                <a:lnTo>
                  <a:pt x="1606842" y="1584591"/>
                </a:lnTo>
                <a:lnTo>
                  <a:pt x="1638490" y="1616303"/>
                </a:lnTo>
                <a:lnTo>
                  <a:pt x="1675892" y="1640103"/>
                </a:lnTo>
                <a:lnTo>
                  <a:pt x="1723847" y="1654251"/>
                </a:lnTo>
                <a:lnTo>
                  <a:pt x="1768830" y="1651457"/>
                </a:lnTo>
                <a:lnTo>
                  <a:pt x="1808365" y="1633296"/>
                </a:lnTo>
                <a:lnTo>
                  <a:pt x="1839925" y="1601343"/>
                </a:lnTo>
                <a:lnTo>
                  <a:pt x="1861032" y="1557172"/>
                </a:lnTo>
                <a:lnTo>
                  <a:pt x="1864525" y="1512519"/>
                </a:lnTo>
                <a:close/>
              </a:path>
              <a:path w="2766059" h="1696085">
                <a:moveTo>
                  <a:pt x="2765729" y="1227035"/>
                </a:moveTo>
                <a:lnTo>
                  <a:pt x="2764142" y="1172667"/>
                </a:lnTo>
                <a:lnTo>
                  <a:pt x="2759684" y="1118031"/>
                </a:lnTo>
                <a:lnTo>
                  <a:pt x="2755874" y="1063472"/>
                </a:lnTo>
                <a:lnTo>
                  <a:pt x="2754045" y="1013091"/>
                </a:lnTo>
                <a:lnTo>
                  <a:pt x="2752496" y="964692"/>
                </a:lnTo>
                <a:lnTo>
                  <a:pt x="2749588" y="866762"/>
                </a:lnTo>
                <a:lnTo>
                  <a:pt x="2748013" y="817587"/>
                </a:lnTo>
                <a:lnTo>
                  <a:pt x="2746222" y="768400"/>
                </a:lnTo>
                <a:lnTo>
                  <a:pt x="2743454" y="715619"/>
                </a:lnTo>
                <a:lnTo>
                  <a:pt x="2739631" y="662851"/>
                </a:lnTo>
                <a:lnTo>
                  <a:pt x="2736494" y="627621"/>
                </a:lnTo>
                <a:lnTo>
                  <a:pt x="2734894" y="609650"/>
                </a:lnTo>
                <a:lnTo>
                  <a:pt x="2729598" y="557479"/>
                </a:lnTo>
                <a:lnTo>
                  <a:pt x="2723794" y="504913"/>
                </a:lnTo>
                <a:lnTo>
                  <a:pt x="2718092" y="455358"/>
                </a:lnTo>
                <a:lnTo>
                  <a:pt x="2711666" y="400138"/>
                </a:lnTo>
                <a:lnTo>
                  <a:pt x="2705709" y="347802"/>
                </a:lnTo>
                <a:lnTo>
                  <a:pt x="2699715" y="299542"/>
                </a:lnTo>
                <a:lnTo>
                  <a:pt x="2692298" y="249707"/>
                </a:lnTo>
                <a:lnTo>
                  <a:pt x="2682100" y="199974"/>
                </a:lnTo>
                <a:lnTo>
                  <a:pt x="2667736" y="151853"/>
                </a:lnTo>
                <a:lnTo>
                  <a:pt x="2647785" y="106832"/>
                </a:lnTo>
                <a:lnTo>
                  <a:pt x="2620873" y="66421"/>
                </a:lnTo>
                <a:lnTo>
                  <a:pt x="2582329" y="32054"/>
                </a:lnTo>
                <a:lnTo>
                  <a:pt x="2537523" y="10706"/>
                </a:lnTo>
                <a:lnTo>
                  <a:pt x="2488527" y="609"/>
                </a:lnTo>
                <a:lnTo>
                  <a:pt x="2462733" y="304"/>
                </a:lnTo>
                <a:lnTo>
                  <a:pt x="2462733" y="627621"/>
                </a:lnTo>
                <a:lnTo>
                  <a:pt x="2413190" y="625970"/>
                </a:lnTo>
                <a:lnTo>
                  <a:pt x="2362936" y="628827"/>
                </a:lnTo>
                <a:lnTo>
                  <a:pt x="2311946" y="634949"/>
                </a:lnTo>
                <a:lnTo>
                  <a:pt x="2260244" y="643051"/>
                </a:lnTo>
                <a:lnTo>
                  <a:pt x="2202205" y="653351"/>
                </a:lnTo>
                <a:lnTo>
                  <a:pt x="2183092" y="656551"/>
                </a:lnTo>
                <a:lnTo>
                  <a:pt x="2194877" y="609650"/>
                </a:lnTo>
                <a:lnTo>
                  <a:pt x="2208199" y="562737"/>
                </a:lnTo>
                <a:lnTo>
                  <a:pt x="2223160" y="516115"/>
                </a:lnTo>
                <a:lnTo>
                  <a:pt x="2239861" y="470077"/>
                </a:lnTo>
                <a:lnTo>
                  <a:pt x="2258428" y="424891"/>
                </a:lnTo>
                <a:lnTo>
                  <a:pt x="2278938" y="380847"/>
                </a:lnTo>
                <a:lnTo>
                  <a:pt x="2301519" y="338251"/>
                </a:lnTo>
                <a:lnTo>
                  <a:pt x="2326259" y="297370"/>
                </a:lnTo>
                <a:lnTo>
                  <a:pt x="2353272" y="258495"/>
                </a:lnTo>
                <a:lnTo>
                  <a:pt x="2382659" y="221919"/>
                </a:lnTo>
                <a:lnTo>
                  <a:pt x="2414524" y="187921"/>
                </a:lnTo>
                <a:lnTo>
                  <a:pt x="2416454" y="187921"/>
                </a:lnTo>
                <a:lnTo>
                  <a:pt x="2416454" y="185991"/>
                </a:lnTo>
                <a:lnTo>
                  <a:pt x="2420162" y="200393"/>
                </a:lnTo>
                <a:lnTo>
                  <a:pt x="2422956" y="214439"/>
                </a:lnTo>
                <a:lnTo>
                  <a:pt x="2425395" y="227749"/>
                </a:lnTo>
                <a:lnTo>
                  <a:pt x="2428024" y="239991"/>
                </a:lnTo>
                <a:lnTo>
                  <a:pt x="2436939" y="293611"/>
                </a:lnTo>
                <a:lnTo>
                  <a:pt x="2443378" y="347992"/>
                </a:lnTo>
                <a:lnTo>
                  <a:pt x="2448014" y="402170"/>
                </a:lnTo>
                <a:lnTo>
                  <a:pt x="2451658" y="456349"/>
                </a:lnTo>
                <a:lnTo>
                  <a:pt x="2455024" y="509981"/>
                </a:lnTo>
                <a:lnTo>
                  <a:pt x="2457577" y="539216"/>
                </a:lnTo>
                <a:lnTo>
                  <a:pt x="2459596" y="568807"/>
                </a:lnTo>
                <a:lnTo>
                  <a:pt x="2461260" y="598398"/>
                </a:lnTo>
                <a:lnTo>
                  <a:pt x="2462733" y="627621"/>
                </a:lnTo>
                <a:lnTo>
                  <a:pt x="2462733" y="304"/>
                </a:lnTo>
                <a:lnTo>
                  <a:pt x="2386368" y="7086"/>
                </a:lnTo>
                <a:lnTo>
                  <a:pt x="2337384" y="20142"/>
                </a:lnTo>
                <a:lnTo>
                  <a:pt x="2294242" y="37134"/>
                </a:lnTo>
                <a:lnTo>
                  <a:pt x="2253932" y="59220"/>
                </a:lnTo>
                <a:lnTo>
                  <a:pt x="2216366" y="85915"/>
                </a:lnTo>
                <a:lnTo>
                  <a:pt x="2181428" y="116763"/>
                </a:lnTo>
                <a:lnTo>
                  <a:pt x="2149043" y="151257"/>
                </a:lnTo>
                <a:lnTo>
                  <a:pt x="2119096" y="188950"/>
                </a:lnTo>
                <a:lnTo>
                  <a:pt x="2091524" y="229349"/>
                </a:lnTo>
                <a:lnTo>
                  <a:pt x="2066201" y="271983"/>
                </a:lnTo>
                <a:lnTo>
                  <a:pt x="2043061" y="316369"/>
                </a:lnTo>
                <a:lnTo>
                  <a:pt x="2021992" y="362051"/>
                </a:lnTo>
                <a:lnTo>
                  <a:pt x="2002904" y="408533"/>
                </a:lnTo>
                <a:lnTo>
                  <a:pt x="1985695" y="455358"/>
                </a:lnTo>
                <a:lnTo>
                  <a:pt x="1970278" y="502031"/>
                </a:lnTo>
                <a:lnTo>
                  <a:pt x="1956574" y="548081"/>
                </a:lnTo>
                <a:lnTo>
                  <a:pt x="1944458" y="593039"/>
                </a:lnTo>
                <a:lnTo>
                  <a:pt x="1933854" y="636422"/>
                </a:lnTo>
                <a:lnTo>
                  <a:pt x="1924672" y="677760"/>
                </a:lnTo>
                <a:lnTo>
                  <a:pt x="1915096" y="724941"/>
                </a:lnTo>
                <a:lnTo>
                  <a:pt x="1906651" y="772439"/>
                </a:lnTo>
                <a:lnTo>
                  <a:pt x="1899386" y="820216"/>
                </a:lnTo>
                <a:lnTo>
                  <a:pt x="1893341" y="868210"/>
                </a:lnTo>
                <a:lnTo>
                  <a:pt x="1888553" y="916381"/>
                </a:lnTo>
                <a:lnTo>
                  <a:pt x="1885061" y="965111"/>
                </a:lnTo>
                <a:lnTo>
                  <a:pt x="1882965" y="1013091"/>
                </a:lnTo>
                <a:lnTo>
                  <a:pt x="1881759" y="1094333"/>
                </a:lnTo>
                <a:lnTo>
                  <a:pt x="1881644" y="1146568"/>
                </a:lnTo>
                <a:lnTo>
                  <a:pt x="1884984" y="1190078"/>
                </a:lnTo>
                <a:lnTo>
                  <a:pt x="1894395" y="1230236"/>
                </a:lnTo>
                <a:lnTo>
                  <a:pt x="1912607" y="1264069"/>
                </a:lnTo>
                <a:lnTo>
                  <a:pt x="1942363" y="1288542"/>
                </a:lnTo>
                <a:lnTo>
                  <a:pt x="1986381" y="1300683"/>
                </a:lnTo>
                <a:lnTo>
                  <a:pt x="2007514" y="1300835"/>
                </a:lnTo>
                <a:lnTo>
                  <a:pt x="2032431" y="1297546"/>
                </a:lnTo>
                <a:lnTo>
                  <a:pt x="2071243" y="1275613"/>
                </a:lnTo>
                <a:lnTo>
                  <a:pt x="2095322" y="1236980"/>
                </a:lnTo>
                <a:lnTo>
                  <a:pt x="2107641" y="1189304"/>
                </a:lnTo>
                <a:lnTo>
                  <a:pt x="2113826" y="1139469"/>
                </a:lnTo>
                <a:lnTo>
                  <a:pt x="2119452" y="1094333"/>
                </a:lnTo>
                <a:lnTo>
                  <a:pt x="2126551" y="1047610"/>
                </a:lnTo>
                <a:lnTo>
                  <a:pt x="2131237" y="1000264"/>
                </a:lnTo>
                <a:lnTo>
                  <a:pt x="2134641" y="952576"/>
                </a:lnTo>
                <a:lnTo>
                  <a:pt x="2137880" y="904900"/>
                </a:lnTo>
                <a:lnTo>
                  <a:pt x="2142083" y="857542"/>
                </a:lnTo>
                <a:lnTo>
                  <a:pt x="2148382" y="810831"/>
                </a:lnTo>
                <a:lnTo>
                  <a:pt x="2148382" y="806970"/>
                </a:lnTo>
                <a:lnTo>
                  <a:pt x="2150313" y="805053"/>
                </a:lnTo>
                <a:lnTo>
                  <a:pt x="2192566" y="809663"/>
                </a:lnTo>
                <a:lnTo>
                  <a:pt x="2235174" y="810107"/>
                </a:lnTo>
                <a:lnTo>
                  <a:pt x="2277783" y="808037"/>
                </a:lnTo>
                <a:lnTo>
                  <a:pt x="2320023" y="805053"/>
                </a:lnTo>
                <a:lnTo>
                  <a:pt x="2349220" y="804481"/>
                </a:lnTo>
                <a:lnTo>
                  <a:pt x="2382507" y="804773"/>
                </a:lnTo>
                <a:lnTo>
                  <a:pt x="2427147" y="804773"/>
                </a:lnTo>
                <a:lnTo>
                  <a:pt x="2435021" y="804481"/>
                </a:lnTo>
                <a:lnTo>
                  <a:pt x="2470454" y="803122"/>
                </a:lnTo>
                <a:lnTo>
                  <a:pt x="2470531" y="805053"/>
                </a:lnTo>
                <a:lnTo>
                  <a:pt x="2470620" y="806970"/>
                </a:lnTo>
                <a:lnTo>
                  <a:pt x="2470734" y="809663"/>
                </a:lnTo>
                <a:lnTo>
                  <a:pt x="2470785" y="810831"/>
                </a:lnTo>
                <a:lnTo>
                  <a:pt x="2471559" y="829157"/>
                </a:lnTo>
                <a:lnTo>
                  <a:pt x="2472131" y="855192"/>
                </a:lnTo>
                <a:lnTo>
                  <a:pt x="2472245" y="916381"/>
                </a:lnTo>
                <a:lnTo>
                  <a:pt x="2471712" y="954074"/>
                </a:lnTo>
                <a:lnTo>
                  <a:pt x="2470429" y="1003820"/>
                </a:lnTo>
                <a:lnTo>
                  <a:pt x="2469781" y="1047610"/>
                </a:lnTo>
                <a:lnTo>
                  <a:pt x="2470518" y="1107744"/>
                </a:lnTo>
                <a:lnTo>
                  <a:pt x="2474099" y="1159764"/>
                </a:lnTo>
                <a:lnTo>
                  <a:pt x="2481516" y="1210398"/>
                </a:lnTo>
                <a:lnTo>
                  <a:pt x="2493899" y="1258544"/>
                </a:lnTo>
                <a:lnTo>
                  <a:pt x="2512339" y="1303147"/>
                </a:lnTo>
                <a:lnTo>
                  <a:pt x="2537942" y="1343113"/>
                </a:lnTo>
                <a:lnTo>
                  <a:pt x="2603512" y="1380464"/>
                </a:lnTo>
                <a:lnTo>
                  <a:pt x="2646426" y="1386014"/>
                </a:lnTo>
                <a:lnTo>
                  <a:pt x="2688374" y="1380959"/>
                </a:lnTo>
                <a:lnTo>
                  <a:pt x="2723565" y="1363916"/>
                </a:lnTo>
                <a:lnTo>
                  <a:pt x="2746235" y="1333461"/>
                </a:lnTo>
                <a:lnTo>
                  <a:pt x="2760929" y="1280756"/>
                </a:lnTo>
                <a:lnTo>
                  <a:pt x="2765729" y="1227035"/>
                </a:lnTo>
                <a:close/>
              </a:path>
            </a:pathLst>
          </a:custGeom>
          <a:solidFill>
            <a:srgbClr val="FF4F4F"/>
          </a:solidFill>
        </p:spPr>
        <p:txBody>
          <a:bodyPr wrap="square" lIns="0" tIns="0" rIns="0" bIns="0" rtlCol="0"/>
          <a:lstStyle/>
          <a:p>
            <a:endParaRPr sz="1200"/>
          </a:p>
        </p:txBody>
      </p:sp>
      <p:sp>
        <p:nvSpPr>
          <p:cNvPr id="5" name="object 5"/>
          <p:cNvSpPr/>
          <p:nvPr/>
        </p:nvSpPr>
        <p:spPr>
          <a:xfrm>
            <a:off x="5300526" y="3036721"/>
            <a:ext cx="559646" cy="941070"/>
          </a:xfrm>
          <a:custGeom>
            <a:avLst/>
            <a:gdLst/>
            <a:ahLst/>
            <a:cxnLst/>
            <a:rect l="l" t="t" r="r" b="b"/>
            <a:pathLst>
              <a:path w="839470" h="1411604">
                <a:moveTo>
                  <a:pt x="752665" y="1411443"/>
                </a:moveTo>
                <a:lnTo>
                  <a:pt x="682997" y="1393363"/>
                </a:lnTo>
                <a:lnTo>
                  <a:pt x="648916" y="1356120"/>
                </a:lnTo>
                <a:lnTo>
                  <a:pt x="624185" y="1316191"/>
                </a:lnTo>
                <a:lnTo>
                  <a:pt x="607044" y="1273671"/>
                </a:lnTo>
                <a:lnTo>
                  <a:pt x="595735" y="1228651"/>
                </a:lnTo>
                <a:lnTo>
                  <a:pt x="588499" y="1181225"/>
                </a:lnTo>
                <a:lnTo>
                  <a:pt x="572950" y="1156727"/>
                </a:lnTo>
                <a:lnTo>
                  <a:pt x="530643" y="1088655"/>
                </a:lnTo>
                <a:lnTo>
                  <a:pt x="431822" y="926659"/>
                </a:lnTo>
                <a:lnTo>
                  <a:pt x="359004" y="805161"/>
                </a:lnTo>
                <a:lnTo>
                  <a:pt x="274932" y="669833"/>
                </a:lnTo>
                <a:lnTo>
                  <a:pt x="247149" y="623879"/>
                </a:lnTo>
                <a:lnTo>
                  <a:pt x="252489" y="674021"/>
                </a:lnTo>
                <a:lnTo>
                  <a:pt x="257078" y="724163"/>
                </a:lnTo>
                <a:lnTo>
                  <a:pt x="261131" y="774305"/>
                </a:lnTo>
                <a:lnTo>
                  <a:pt x="272220" y="924730"/>
                </a:lnTo>
                <a:lnTo>
                  <a:pt x="275725" y="962884"/>
                </a:lnTo>
                <a:lnTo>
                  <a:pt x="284876" y="1046370"/>
                </a:lnTo>
                <a:lnTo>
                  <a:pt x="288618" y="1089848"/>
                </a:lnTo>
                <a:lnTo>
                  <a:pt x="290531" y="1133248"/>
                </a:lnTo>
                <a:lnTo>
                  <a:pt x="289664" y="1175641"/>
                </a:lnTo>
                <a:lnTo>
                  <a:pt x="285063" y="1216102"/>
                </a:lnTo>
                <a:lnTo>
                  <a:pt x="275774" y="1253703"/>
                </a:lnTo>
                <a:lnTo>
                  <a:pt x="239320" y="1316616"/>
                </a:lnTo>
                <a:lnTo>
                  <a:pt x="172678" y="1356967"/>
                </a:lnTo>
                <a:lnTo>
                  <a:pt x="125652" y="1366364"/>
                </a:lnTo>
                <a:lnTo>
                  <a:pt x="69863" y="1364651"/>
                </a:lnTo>
                <a:lnTo>
                  <a:pt x="33885" y="1347110"/>
                </a:lnTo>
                <a:lnTo>
                  <a:pt x="13458" y="1315960"/>
                </a:lnTo>
                <a:lnTo>
                  <a:pt x="4324" y="1273424"/>
                </a:lnTo>
                <a:lnTo>
                  <a:pt x="2226" y="1221724"/>
                </a:lnTo>
                <a:lnTo>
                  <a:pt x="2949" y="1069370"/>
                </a:lnTo>
                <a:lnTo>
                  <a:pt x="2896" y="967979"/>
                </a:lnTo>
                <a:lnTo>
                  <a:pt x="708" y="809524"/>
                </a:lnTo>
                <a:lnTo>
                  <a:pt x="0" y="701763"/>
                </a:lnTo>
                <a:lnTo>
                  <a:pt x="202" y="647696"/>
                </a:lnTo>
                <a:lnTo>
                  <a:pt x="910" y="593461"/>
                </a:lnTo>
                <a:lnTo>
                  <a:pt x="4869" y="440240"/>
                </a:lnTo>
                <a:lnTo>
                  <a:pt x="7529" y="389322"/>
                </a:lnTo>
                <a:lnTo>
                  <a:pt x="13083" y="338885"/>
                </a:lnTo>
                <a:lnTo>
                  <a:pt x="23029" y="290056"/>
                </a:lnTo>
                <a:lnTo>
                  <a:pt x="38868" y="243959"/>
                </a:lnTo>
                <a:lnTo>
                  <a:pt x="62010" y="220816"/>
                </a:lnTo>
                <a:lnTo>
                  <a:pt x="71020" y="208311"/>
                </a:lnTo>
                <a:lnTo>
                  <a:pt x="83465" y="200326"/>
                </a:lnTo>
                <a:lnTo>
                  <a:pt x="99165" y="197764"/>
                </a:lnTo>
                <a:lnTo>
                  <a:pt x="117938" y="201531"/>
                </a:lnTo>
                <a:lnTo>
                  <a:pt x="139031" y="200205"/>
                </a:lnTo>
                <a:lnTo>
                  <a:pt x="183508" y="220816"/>
                </a:lnTo>
                <a:lnTo>
                  <a:pt x="198936" y="255530"/>
                </a:lnTo>
                <a:lnTo>
                  <a:pt x="236633" y="290423"/>
                </a:lnTo>
                <a:lnTo>
                  <a:pt x="272328" y="328706"/>
                </a:lnTo>
                <a:lnTo>
                  <a:pt x="306218" y="369720"/>
                </a:lnTo>
                <a:lnTo>
                  <a:pt x="338500" y="412805"/>
                </a:lnTo>
                <a:lnTo>
                  <a:pt x="369370" y="457302"/>
                </a:lnTo>
                <a:lnTo>
                  <a:pt x="399025" y="502552"/>
                </a:lnTo>
                <a:lnTo>
                  <a:pt x="427662" y="547893"/>
                </a:lnTo>
                <a:lnTo>
                  <a:pt x="482667" y="636216"/>
                </a:lnTo>
                <a:lnTo>
                  <a:pt x="509429" y="677878"/>
                </a:lnTo>
                <a:lnTo>
                  <a:pt x="567285" y="764662"/>
                </a:lnTo>
                <a:lnTo>
                  <a:pt x="567632" y="700697"/>
                </a:lnTo>
                <a:lnTo>
                  <a:pt x="568611" y="652024"/>
                </a:lnTo>
                <a:lnTo>
                  <a:pt x="570133" y="603261"/>
                </a:lnTo>
                <a:lnTo>
                  <a:pt x="572107" y="554452"/>
                </a:lnTo>
                <a:lnTo>
                  <a:pt x="577049" y="456881"/>
                </a:lnTo>
                <a:lnTo>
                  <a:pt x="589428" y="252316"/>
                </a:lnTo>
                <a:lnTo>
                  <a:pt x="593803" y="199120"/>
                </a:lnTo>
                <a:lnTo>
                  <a:pt x="600428" y="146246"/>
                </a:lnTo>
                <a:lnTo>
                  <a:pt x="610481" y="93694"/>
                </a:lnTo>
                <a:lnTo>
                  <a:pt x="625141" y="41463"/>
                </a:lnTo>
                <a:lnTo>
                  <a:pt x="651990" y="3194"/>
                </a:lnTo>
                <a:lnTo>
                  <a:pt x="688060" y="0"/>
                </a:lnTo>
                <a:lnTo>
                  <a:pt x="723045" y="21394"/>
                </a:lnTo>
                <a:lnTo>
                  <a:pt x="746639" y="56891"/>
                </a:lnTo>
                <a:lnTo>
                  <a:pt x="748567" y="56891"/>
                </a:lnTo>
                <a:lnTo>
                  <a:pt x="748567" y="60748"/>
                </a:lnTo>
                <a:lnTo>
                  <a:pt x="761323" y="109846"/>
                </a:lnTo>
                <a:lnTo>
                  <a:pt x="771324" y="160008"/>
                </a:lnTo>
                <a:lnTo>
                  <a:pt x="778896" y="211066"/>
                </a:lnTo>
                <a:lnTo>
                  <a:pt x="784368" y="262850"/>
                </a:lnTo>
                <a:lnTo>
                  <a:pt x="788064" y="315192"/>
                </a:lnTo>
                <a:lnTo>
                  <a:pt x="790312" y="367925"/>
                </a:lnTo>
                <a:lnTo>
                  <a:pt x="791439" y="420878"/>
                </a:lnTo>
                <a:lnTo>
                  <a:pt x="791770" y="473884"/>
                </a:lnTo>
                <a:lnTo>
                  <a:pt x="791256" y="631533"/>
                </a:lnTo>
                <a:lnTo>
                  <a:pt x="791671" y="683064"/>
                </a:lnTo>
                <a:lnTo>
                  <a:pt x="792924" y="733806"/>
                </a:lnTo>
                <a:lnTo>
                  <a:pt x="796500" y="833460"/>
                </a:lnTo>
                <a:lnTo>
                  <a:pt x="798794" y="883641"/>
                </a:lnTo>
                <a:lnTo>
                  <a:pt x="801695" y="934058"/>
                </a:lnTo>
                <a:lnTo>
                  <a:pt x="805406" y="984712"/>
                </a:lnTo>
                <a:lnTo>
                  <a:pt x="810129" y="1035601"/>
                </a:lnTo>
                <a:lnTo>
                  <a:pt x="816066" y="1086727"/>
                </a:lnTo>
                <a:lnTo>
                  <a:pt x="823414" y="1135048"/>
                </a:lnTo>
                <a:lnTo>
                  <a:pt x="831780" y="1183368"/>
                </a:lnTo>
                <a:lnTo>
                  <a:pt x="838003" y="1231367"/>
                </a:lnTo>
                <a:lnTo>
                  <a:pt x="838923" y="1278723"/>
                </a:lnTo>
                <a:lnTo>
                  <a:pt x="831378" y="1325115"/>
                </a:lnTo>
                <a:lnTo>
                  <a:pt x="812209" y="1370221"/>
                </a:lnTo>
                <a:lnTo>
                  <a:pt x="786867" y="1397431"/>
                </a:lnTo>
                <a:lnTo>
                  <a:pt x="752665" y="1411443"/>
                </a:lnTo>
                <a:close/>
              </a:path>
            </a:pathLst>
          </a:custGeom>
          <a:solidFill>
            <a:srgbClr val="FF4F4F"/>
          </a:solidFill>
        </p:spPr>
        <p:txBody>
          <a:bodyPr wrap="square" lIns="0" tIns="0" rIns="0" bIns="0" rtlCol="0"/>
          <a:lstStyle/>
          <a:p>
            <a:endParaRPr sz="1200"/>
          </a:p>
        </p:txBody>
      </p:sp>
      <p:sp>
        <p:nvSpPr>
          <p:cNvPr id="6" name="object 6"/>
          <p:cNvSpPr/>
          <p:nvPr/>
        </p:nvSpPr>
        <p:spPr>
          <a:xfrm>
            <a:off x="5954259" y="2939372"/>
            <a:ext cx="1574800" cy="1083733"/>
          </a:xfrm>
          <a:custGeom>
            <a:avLst/>
            <a:gdLst/>
            <a:ahLst/>
            <a:cxnLst/>
            <a:rect l="l" t="t" r="r" b="b"/>
            <a:pathLst>
              <a:path w="2362200" h="1625600">
                <a:moveTo>
                  <a:pt x="975791" y="1363675"/>
                </a:moveTo>
                <a:lnTo>
                  <a:pt x="965733" y="1298448"/>
                </a:lnTo>
                <a:lnTo>
                  <a:pt x="947369" y="1264932"/>
                </a:lnTo>
                <a:lnTo>
                  <a:pt x="919289" y="1232750"/>
                </a:lnTo>
                <a:lnTo>
                  <a:pt x="885304" y="1200175"/>
                </a:lnTo>
                <a:lnTo>
                  <a:pt x="851890" y="1165923"/>
                </a:lnTo>
                <a:lnTo>
                  <a:pt x="818908" y="1130300"/>
                </a:lnTo>
                <a:lnTo>
                  <a:pt x="786206" y="1093635"/>
                </a:lnTo>
                <a:lnTo>
                  <a:pt x="688403" y="980643"/>
                </a:lnTo>
                <a:lnTo>
                  <a:pt x="655421" y="943051"/>
                </a:lnTo>
                <a:lnTo>
                  <a:pt x="622007" y="906030"/>
                </a:lnTo>
                <a:lnTo>
                  <a:pt x="588010" y="869911"/>
                </a:lnTo>
                <a:lnTo>
                  <a:pt x="553300" y="834999"/>
                </a:lnTo>
                <a:lnTo>
                  <a:pt x="517728" y="801624"/>
                </a:lnTo>
                <a:lnTo>
                  <a:pt x="481139" y="770128"/>
                </a:lnTo>
                <a:lnTo>
                  <a:pt x="443407" y="740803"/>
                </a:lnTo>
                <a:lnTo>
                  <a:pt x="404380" y="713981"/>
                </a:lnTo>
                <a:lnTo>
                  <a:pt x="442379" y="680897"/>
                </a:lnTo>
                <a:lnTo>
                  <a:pt x="479831" y="647484"/>
                </a:lnTo>
                <a:lnTo>
                  <a:pt x="516737" y="613689"/>
                </a:lnTo>
                <a:lnTo>
                  <a:pt x="553085" y="579437"/>
                </a:lnTo>
                <a:lnTo>
                  <a:pt x="588899" y="544690"/>
                </a:lnTo>
                <a:lnTo>
                  <a:pt x="624154" y="509371"/>
                </a:lnTo>
                <a:lnTo>
                  <a:pt x="658876" y="473430"/>
                </a:lnTo>
                <a:lnTo>
                  <a:pt x="693039" y="436803"/>
                </a:lnTo>
                <a:lnTo>
                  <a:pt x="726655" y="399453"/>
                </a:lnTo>
                <a:lnTo>
                  <a:pt x="759726" y="361302"/>
                </a:lnTo>
                <a:lnTo>
                  <a:pt x="792251" y="322287"/>
                </a:lnTo>
                <a:lnTo>
                  <a:pt x="824230" y="282371"/>
                </a:lnTo>
                <a:lnTo>
                  <a:pt x="855649" y="241490"/>
                </a:lnTo>
                <a:lnTo>
                  <a:pt x="864311" y="207784"/>
                </a:lnTo>
                <a:lnTo>
                  <a:pt x="849909" y="172681"/>
                </a:lnTo>
                <a:lnTo>
                  <a:pt x="821359" y="144983"/>
                </a:lnTo>
                <a:lnTo>
                  <a:pt x="787527" y="133489"/>
                </a:lnTo>
                <a:lnTo>
                  <a:pt x="757301" y="146989"/>
                </a:lnTo>
                <a:lnTo>
                  <a:pt x="724611" y="183375"/>
                </a:lnTo>
                <a:lnTo>
                  <a:pt x="690321" y="218325"/>
                </a:lnTo>
                <a:lnTo>
                  <a:pt x="654545" y="251942"/>
                </a:lnTo>
                <a:lnTo>
                  <a:pt x="617448" y="284353"/>
                </a:lnTo>
                <a:lnTo>
                  <a:pt x="579170" y="315620"/>
                </a:lnTo>
                <a:lnTo>
                  <a:pt x="539851" y="345871"/>
                </a:lnTo>
                <a:lnTo>
                  <a:pt x="499656" y="375196"/>
                </a:lnTo>
                <a:lnTo>
                  <a:pt x="458736" y="403707"/>
                </a:lnTo>
                <a:lnTo>
                  <a:pt x="417207" y="431482"/>
                </a:lnTo>
                <a:lnTo>
                  <a:pt x="375246" y="458635"/>
                </a:lnTo>
                <a:lnTo>
                  <a:pt x="332994" y="485267"/>
                </a:lnTo>
                <a:lnTo>
                  <a:pt x="290588" y="511479"/>
                </a:lnTo>
                <a:lnTo>
                  <a:pt x="300088" y="342798"/>
                </a:lnTo>
                <a:lnTo>
                  <a:pt x="302488" y="291033"/>
                </a:lnTo>
                <a:lnTo>
                  <a:pt x="303364" y="238594"/>
                </a:lnTo>
                <a:lnTo>
                  <a:pt x="301815" y="186524"/>
                </a:lnTo>
                <a:lnTo>
                  <a:pt x="296887" y="135839"/>
                </a:lnTo>
                <a:lnTo>
                  <a:pt x="287667" y="87604"/>
                </a:lnTo>
                <a:lnTo>
                  <a:pt x="273240" y="42849"/>
                </a:lnTo>
                <a:lnTo>
                  <a:pt x="202603" y="8623"/>
                </a:lnTo>
                <a:lnTo>
                  <a:pt x="155803" y="0"/>
                </a:lnTo>
                <a:lnTo>
                  <a:pt x="130530" y="6210"/>
                </a:lnTo>
                <a:lnTo>
                  <a:pt x="111417" y="49301"/>
                </a:lnTo>
                <a:lnTo>
                  <a:pt x="97840" y="96659"/>
                </a:lnTo>
                <a:lnTo>
                  <a:pt x="88468" y="146837"/>
                </a:lnTo>
                <a:lnTo>
                  <a:pt x="82016" y="198437"/>
                </a:lnTo>
                <a:lnTo>
                  <a:pt x="72529" y="300215"/>
                </a:lnTo>
                <a:lnTo>
                  <a:pt x="66878" y="347560"/>
                </a:lnTo>
                <a:lnTo>
                  <a:pt x="59270" y="397459"/>
                </a:lnTo>
                <a:lnTo>
                  <a:pt x="52298" y="447395"/>
                </a:lnTo>
                <a:lnTo>
                  <a:pt x="45859" y="497370"/>
                </a:lnTo>
                <a:lnTo>
                  <a:pt x="34264" y="597535"/>
                </a:lnTo>
                <a:lnTo>
                  <a:pt x="10502" y="826135"/>
                </a:lnTo>
                <a:lnTo>
                  <a:pt x="6324" y="869162"/>
                </a:lnTo>
                <a:lnTo>
                  <a:pt x="2819" y="914069"/>
                </a:lnTo>
                <a:lnTo>
                  <a:pt x="533" y="960120"/>
                </a:lnTo>
                <a:lnTo>
                  <a:pt x="0" y="1006563"/>
                </a:lnTo>
                <a:lnTo>
                  <a:pt x="1790" y="1052652"/>
                </a:lnTo>
                <a:lnTo>
                  <a:pt x="6438" y="1097661"/>
                </a:lnTo>
                <a:lnTo>
                  <a:pt x="14503" y="1140815"/>
                </a:lnTo>
                <a:lnTo>
                  <a:pt x="26530" y="1181404"/>
                </a:lnTo>
                <a:lnTo>
                  <a:pt x="43053" y="1218653"/>
                </a:lnTo>
                <a:lnTo>
                  <a:pt x="64643" y="1251839"/>
                </a:lnTo>
                <a:lnTo>
                  <a:pt x="91833" y="1280210"/>
                </a:lnTo>
                <a:lnTo>
                  <a:pt x="125183" y="1303032"/>
                </a:lnTo>
                <a:lnTo>
                  <a:pt x="165239" y="1319542"/>
                </a:lnTo>
                <a:lnTo>
                  <a:pt x="210794" y="1333042"/>
                </a:lnTo>
                <a:lnTo>
                  <a:pt x="235483" y="1336890"/>
                </a:lnTo>
                <a:lnTo>
                  <a:pt x="257810" y="1334973"/>
                </a:lnTo>
                <a:lnTo>
                  <a:pt x="291680" y="1314602"/>
                </a:lnTo>
                <a:lnTo>
                  <a:pt x="301675" y="1284820"/>
                </a:lnTo>
                <a:lnTo>
                  <a:pt x="297942" y="1249273"/>
                </a:lnTo>
                <a:lnTo>
                  <a:pt x="290588" y="1211541"/>
                </a:lnTo>
                <a:lnTo>
                  <a:pt x="284238" y="1156716"/>
                </a:lnTo>
                <a:lnTo>
                  <a:pt x="280301" y="1102118"/>
                </a:lnTo>
                <a:lnTo>
                  <a:pt x="278295" y="1047623"/>
                </a:lnTo>
                <a:lnTo>
                  <a:pt x="277736" y="993114"/>
                </a:lnTo>
                <a:lnTo>
                  <a:pt x="278142" y="938517"/>
                </a:lnTo>
                <a:lnTo>
                  <a:pt x="279019" y="883691"/>
                </a:lnTo>
                <a:lnTo>
                  <a:pt x="318935" y="911034"/>
                </a:lnTo>
                <a:lnTo>
                  <a:pt x="355942" y="943686"/>
                </a:lnTo>
                <a:lnTo>
                  <a:pt x="390398" y="979881"/>
                </a:lnTo>
                <a:lnTo>
                  <a:pt x="422592" y="1017828"/>
                </a:lnTo>
                <a:lnTo>
                  <a:pt x="512419" y="1131214"/>
                </a:lnTo>
                <a:lnTo>
                  <a:pt x="575449" y="1211757"/>
                </a:lnTo>
                <a:lnTo>
                  <a:pt x="608164" y="1251712"/>
                </a:lnTo>
                <a:lnTo>
                  <a:pt x="642086" y="1290586"/>
                </a:lnTo>
                <a:lnTo>
                  <a:pt x="677519" y="1327683"/>
                </a:lnTo>
                <a:lnTo>
                  <a:pt x="714756" y="1362354"/>
                </a:lnTo>
                <a:lnTo>
                  <a:pt x="754100" y="1393939"/>
                </a:lnTo>
                <a:lnTo>
                  <a:pt x="795870" y="1421752"/>
                </a:lnTo>
                <a:lnTo>
                  <a:pt x="837120" y="1441208"/>
                </a:lnTo>
                <a:lnTo>
                  <a:pt x="874229" y="1449019"/>
                </a:lnTo>
                <a:lnTo>
                  <a:pt x="906551" y="1446606"/>
                </a:lnTo>
                <a:lnTo>
                  <a:pt x="933488" y="1435430"/>
                </a:lnTo>
                <a:lnTo>
                  <a:pt x="954430" y="1416913"/>
                </a:lnTo>
                <a:lnTo>
                  <a:pt x="968730" y="1392516"/>
                </a:lnTo>
                <a:lnTo>
                  <a:pt x="975791" y="1363675"/>
                </a:lnTo>
                <a:close/>
              </a:path>
              <a:path w="2362200" h="1625600">
                <a:moveTo>
                  <a:pt x="1442885" y="289674"/>
                </a:moveTo>
                <a:lnTo>
                  <a:pt x="1436141" y="258851"/>
                </a:lnTo>
                <a:lnTo>
                  <a:pt x="1410195" y="239776"/>
                </a:lnTo>
                <a:lnTo>
                  <a:pt x="1370330" y="240766"/>
                </a:lnTo>
                <a:lnTo>
                  <a:pt x="1330096" y="253695"/>
                </a:lnTo>
                <a:lnTo>
                  <a:pt x="1275588" y="306031"/>
                </a:lnTo>
                <a:lnTo>
                  <a:pt x="1252283" y="347230"/>
                </a:lnTo>
                <a:lnTo>
                  <a:pt x="1232636" y="392315"/>
                </a:lnTo>
                <a:lnTo>
                  <a:pt x="1216075" y="439572"/>
                </a:lnTo>
                <a:lnTo>
                  <a:pt x="1202093" y="487248"/>
                </a:lnTo>
                <a:lnTo>
                  <a:pt x="1190129" y="533654"/>
                </a:lnTo>
                <a:lnTo>
                  <a:pt x="1179639" y="577049"/>
                </a:lnTo>
                <a:lnTo>
                  <a:pt x="1168527" y="621245"/>
                </a:lnTo>
                <a:lnTo>
                  <a:pt x="1158227" y="665797"/>
                </a:lnTo>
                <a:lnTo>
                  <a:pt x="1148676" y="710628"/>
                </a:lnTo>
                <a:lnTo>
                  <a:pt x="1139774" y="755650"/>
                </a:lnTo>
                <a:lnTo>
                  <a:pt x="1131430" y="800760"/>
                </a:lnTo>
                <a:lnTo>
                  <a:pt x="1079842" y="766533"/>
                </a:lnTo>
                <a:lnTo>
                  <a:pt x="1054950" y="748690"/>
                </a:lnTo>
                <a:lnTo>
                  <a:pt x="1031151" y="729411"/>
                </a:lnTo>
                <a:lnTo>
                  <a:pt x="995172" y="695667"/>
                </a:lnTo>
                <a:lnTo>
                  <a:pt x="924598" y="622617"/>
                </a:lnTo>
                <a:lnTo>
                  <a:pt x="888288" y="587273"/>
                </a:lnTo>
                <a:lnTo>
                  <a:pt x="850176" y="555345"/>
                </a:lnTo>
                <a:lnTo>
                  <a:pt x="809371" y="528840"/>
                </a:lnTo>
                <a:lnTo>
                  <a:pt x="773722" y="517601"/>
                </a:lnTo>
                <a:lnTo>
                  <a:pt x="735355" y="518477"/>
                </a:lnTo>
                <a:lnTo>
                  <a:pt x="706043" y="535622"/>
                </a:lnTo>
                <a:lnTo>
                  <a:pt x="697509" y="573201"/>
                </a:lnTo>
                <a:lnTo>
                  <a:pt x="708367" y="617029"/>
                </a:lnTo>
                <a:lnTo>
                  <a:pt x="727925" y="660514"/>
                </a:lnTo>
                <a:lnTo>
                  <a:pt x="754037" y="703097"/>
                </a:lnTo>
                <a:lnTo>
                  <a:pt x="784529" y="744194"/>
                </a:lnTo>
                <a:lnTo>
                  <a:pt x="817245" y="783234"/>
                </a:lnTo>
                <a:lnTo>
                  <a:pt x="850023" y="819632"/>
                </a:lnTo>
                <a:lnTo>
                  <a:pt x="880719" y="852830"/>
                </a:lnTo>
                <a:lnTo>
                  <a:pt x="916698" y="890219"/>
                </a:lnTo>
                <a:lnTo>
                  <a:pt x="957033" y="926947"/>
                </a:lnTo>
                <a:lnTo>
                  <a:pt x="1000975" y="961009"/>
                </a:lnTo>
                <a:lnTo>
                  <a:pt x="1047775" y="990333"/>
                </a:lnTo>
                <a:lnTo>
                  <a:pt x="1096721" y="1012901"/>
                </a:lnTo>
                <a:lnTo>
                  <a:pt x="1090930" y="1053401"/>
                </a:lnTo>
                <a:lnTo>
                  <a:pt x="1084897" y="1102106"/>
                </a:lnTo>
                <a:lnTo>
                  <a:pt x="1079868" y="1151242"/>
                </a:lnTo>
                <a:lnTo>
                  <a:pt x="1075982" y="1200696"/>
                </a:lnTo>
                <a:lnTo>
                  <a:pt x="1073340" y="1250353"/>
                </a:lnTo>
                <a:lnTo>
                  <a:pt x="1072045" y="1300099"/>
                </a:lnTo>
                <a:lnTo>
                  <a:pt x="1072222" y="1349819"/>
                </a:lnTo>
                <a:lnTo>
                  <a:pt x="1073975" y="1399413"/>
                </a:lnTo>
                <a:lnTo>
                  <a:pt x="1077429" y="1448752"/>
                </a:lnTo>
                <a:lnTo>
                  <a:pt x="1084376" y="1497431"/>
                </a:lnTo>
                <a:lnTo>
                  <a:pt x="1097330" y="1539036"/>
                </a:lnTo>
                <a:lnTo>
                  <a:pt x="1116850" y="1573085"/>
                </a:lnTo>
                <a:lnTo>
                  <a:pt x="1177937" y="1616608"/>
                </a:lnTo>
                <a:lnTo>
                  <a:pt x="1220635" y="1625155"/>
                </a:lnTo>
                <a:lnTo>
                  <a:pt x="1272209" y="1624253"/>
                </a:lnTo>
                <a:lnTo>
                  <a:pt x="1343812" y="1604721"/>
                </a:lnTo>
                <a:lnTo>
                  <a:pt x="1399501" y="1560601"/>
                </a:lnTo>
                <a:lnTo>
                  <a:pt x="1410220" y="1531251"/>
                </a:lnTo>
                <a:lnTo>
                  <a:pt x="1408658" y="1499374"/>
                </a:lnTo>
                <a:lnTo>
                  <a:pt x="1400581" y="1466773"/>
                </a:lnTo>
                <a:lnTo>
                  <a:pt x="1391780" y="1435252"/>
                </a:lnTo>
                <a:lnTo>
                  <a:pt x="1382191" y="1386370"/>
                </a:lnTo>
                <a:lnTo>
                  <a:pt x="1376146" y="1336776"/>
                </a:lnTo>
                <a:lnTo>
                  <a:pt x="1373035" y="1286637"/>
                </a:lnTo>
                <a:lnTo>
                  <a:pt x="1372260" y="1236129"/>
                </a:lnTo>
                <a:lnTo>
                  <a:pt x="1373200" y="1185443"/>
                </a:lnTo>
                <a:lnTo>
                  <a:pt x="1375244" y="1134757"/>
                </a:lnTo>
                <a:lnTo>
                  <a:pt x="1380210" y="1034122"/>
                </a:lnTo>
                <a:lnTo>
                  <a:pt x="1382420" y="983335"/>
                </a:lnTo>
                <a:lnTo>
                  <a:pt x="1385150" y="932573"/>
                </a:lnTo>
                <a:lnTo>
                  <a:pt x="1388351" y="881837"/>
                </a:lnTo>
                <a:lnTo>
                  <a:pt x="1396009" y="780529"/>
                </a:lnTo>
                <a:lnTo>
                  <a:pt x="1404988" y="679526"/>
                </a:lnTo>
                <a:lnTo>
                  <a:pt x="1414932" y="578980"/>
                </a:lnTo>
                <a:lnTo>
                  <a:pt x="1420380" y="532396"/>
                </a:lnTo>
                <a:lnTo>
                  <a:pt x="1429842" y="438505"/>
                </a:lnTo>
                <a:lnTo>
                  <a:pt x="1434211" y="391922"/>
                </a:lnTo>
                <a:lnTo>
                  <a:pt x="1438313" y="360006"/>
                </a:lnTo>
                <a:lnTo>
                  <a:pt x="1442402" y="324662"/>
                </a:lnTo>
                <a:lnTo>
                  <a:pt x="1442885" y="289674"/>
                </a:lnTo>
                <a:close/>
              </a:path>
              <a:path w="2362200" h="1625600">
                <a:moveTo>
                  <a:pt x="2361768" y="693724"/>
                </a:moveTo>
                <a:lnTo>
                  <a:pt x="2358415" y="648462"/>
                </a:lnTo>
                <a:lnTo>
                  <a:pt x="2351392" y="603072"/>
                </a:lnTo>
                <a:lnTo>
                  <a:pt x="2340622" y="557771"/>
                </a:lnTo>
                <a:lnTo>
                  <a:pt x="2314130" y="487159"/>
                </a:lnTo>
                <a:lnTo>
                  <a:pt x="2295766" y="452208"/>
                </a:lnTo>
                <a:lnTo>
                  <a:pt x="2274379" y="417944"/>
                </a:lnTo>
                <a:lnTo>
                  <a:pt x="2250211" y="384670"/>
                </a:lnTo>
                <a:lnTo>
                  <a:pt x="2223579" y="352729"/>
                </a:lnTo>
                <a:lnTo>
                  <a:pt x="2194725" y="322453"/>
                </a:lnTo>
                <a:lnTo>
                  <a:pt x="2163953" y="294157"/>
                </a:lnTo>
                <a:lnTo>
                  <a:pt x="2131530" y="268173"/>
                </a:lnTo>
                <a:lnTo>
                  <a:pt x="2097735" y="244817"/>
                </a:lnTo>
                <a:lnTo>
                  <a:pt x="2063508" y="224828"/>
                </a:lnTo>
                <a:lnTo>
                  <a:pt x="2063508" y="773671"/>
                </a:lnTo>
                <a:lnTo>
                  <a:pt x="2058301" y="819912"/>
                </a:lnTo>
                <a:lnTo>
                  <a:pt x="2044661" y="864666"/>
                </a:lnTo>
                <a:lnTo>
                  <a:pt x="2022411" y="906830"/>
                </a:lnTo>
                <a:lnTo>
                  <a:pt x="1989632" y="937450"/>
                </a:lnTo>
                <a:lnTo>
                  <a:pt x="1951062" y="960831"/>
                </a:lnTo>
                <a:lnTo>
                  <a:pt x="1909838" y="974813"/>
                </a:lnTo>
                <a:lnTo>
                  <a:pt x="1892744" y="976020"/>
                </a:lnTo>
                <a:lnTo>
                  <a:pt x="1875840" y="974331"/>
                </a:lnTo>
                <a:lnTo>
                  <a:pt x="1833422" y="945159"/>
                </a:lnTo>
                <a:lnTo>
                  <a:pt x="1790992" y="885621"/>
                </a:lnTo>
                <a:lnTo>
                  <a:pt x="1770710" y="835748"/>
                </a:lnTo>
                <a:lnTo>
                  <a:pt x="1756041" y="784618"/>
                </a:lnTo>
                <a:lnTo>
                  <a:pt x="1746783" y="732396"/>
                </a:lnTo>
                <a:lnTo>
                  <a:pt x="1742782" y="679272"/>
                </a:lnTo>
                <a:lnTo>
                  <a:pt x="1744700" y="626338"/>
                </a:lnTo>
                <a:lnTo>
                  <a:pt x="1753108" y="575157"/>
                </a:lnTo>
                <a:lnTo>
                  <a:pt x="1768462" y="527494"/>
                </a:lnTo>
                <a:lnTo>
                  <a:pt x="1791220" y="485114"/>
                </a:lnTo>
                <a:lnTo>
                  <a:pt x="1821853" y="449770"/>
                </a:lnTo>
                <a:lnTo>
                  <a:pt x="1864271" y="445909"/>
                </a:lnTo>
                <a:lnTo>
                  <a:pt x="1880158" y="449618"/>
                </a:lnTo>
                <a:lnTo>
                  <a:pt x="1925993" y="474840"/>
                </a:lnTo>
                <a:lnTo>
                  <a:pt x="1961781" y="507593"/>
                </a:lnTo>
                <a:lnTo>
                  <a:pt x="1991093" y="546646"/>
                </a:lnTo>
                <a:lnTo>
                  <a:pt x="2014855" y="589953"/>
                </a:lnTo>
                <a:lnTo>
                  <a:pt x="2033981" y="635482"/>
                </a:lnTo>
                <a:lnTo>
                  <a:pt x="2049411" y="681202"/>
                </a:lnTo>
                <a:lnTo>
                  <a:pt x="2060486" y="727062"/>
                </a:lnTo>
                <a:lnTo>
                  <a:pt x="2063508" y="773671"/>
                </a:lnTo>
                <a:lnTo>
                  <a:pt x="2063508" y="224828"/>
                </a:lnTo>
                <a:lnTo>
                  <a:pt x="2027135" y="207340"/>
                </a:lnTo>
                <a:lnTo>
                  <a:pt x="1990890" y="193865"/>
                </a:lnTo>
                <a:lnTo>
                  <a:pt x="1917890" y="179095"/>
                </a:lnTo>
                <a:lnTo>
                  <a:pt x="1881682" y="178447"/>
                </a:lnTo>
                <a:lnTo>
                  <a:pt x="1846059" y="182727"/>
                </a:lnTo>
                <a:lnTo>
                  <a:pt x="1777695" y="207340"/>
                </a:lnTo>
                <a:lnTo>
                  <a:pt x="1745386" y="228396"/>
                </a:lnTo>
                <a:lnTo>
                  <a:pt x="1714817" y="255663"/>
                </a:lnTo>
                <a:lnTo>
                  <a:pt x="1686217" y="289483"/>
                </a:lnTo>
                <a:lnTo>
                  <a:pt x="1659851" y="330200"/>
                </a:lnTo>
                <a:lnTo>
                  <a:pt x="1659851" y="332130"/>
                </a:lnTo>
                <a:lnTo>
                  <a:pt x="1626717" y="362165"/>
                </a:lnTo>
                <a:lnTo>
                  <a:pt x="1596745" y="395554"/>
                </a:lnTo>
                <a:lnTo>
                  <a:pt x="1569999" y="432054"/>
                </a:lnTo>
                <a:lnTo>
                  <a:pt x="1546479" y="471474"/>
                </a:lnTo>
                <a:lnTo>
                  <a:pt x="1526222" y="513575"/>
                </a:lnTo>
                <a:lnTo>
                  <a:pt x="1509280" y="558126"/>
                </a:lnTo>
                <a:lnTo>
                  <a:pt x="1495666" y="604926"/>
                </a:lnTo>
                <a:lnTo>
                  <a:pt x="1485417" y="653732"/>
                </a:lnTo>
                <a:lnTo>
                  <a:pt x="1478572" y="704342"/>
                </a:lnTo>
                <a:lnTo>
                  <a:pt x="1475981" y="748893"/>
                </a:lnTo>
                <a:lnTo>
                  <a:pt x="1477010" y="793800"/>
                </a:lnTo>
                <a:lnTo>
                  <a:pt x="1481607" y="838631"/>
                </a:lnTo>
                <a:lnTo>
                  <a:pt x="1489710" y="883005"/>
                </a:lnTo>
                <a:lnTo>
                  <a:pt x="1501267" y="926477"/>
                </a:lnTo>
                <a:lnTo>
                  <a:pt x="1516202" y="968654"/>
                </a:lnTo>
                <a:lnTo>
                  <a:pt x="1534477" y="1009116"/>
                </a:lnTo>
                <a:lnTo>
                  <a:pt x="1556029" y="1047457"/>
                </a:lnTo>
                <a:lnTo>
                  <a:pt x="1580781" y="1083259"/>
                </a:lnTo>
                <a:lnTo>
                  <a:pt x="1608696" y="1116114"/>
                </a:lnTo>
                <a:lnTo>
                  <a:pt x="1639697" y="1145603"/>
                </a:lnTo>
                <a:lnTo>
                  <a:pt x="1673733" y="1171321"/>
                </a:lnTo>
                <a:lnTo>
                  <a:pt x="1710753" y="1192860"/>
                </a:lnTo>
                <a:lnTo>
                  <a:pt x="1750695" y="1209789"/>
                </a:lnTo>
                <a:lnTo>
                  <a:pt x="1793481" y="1221727"/>
                </a:lnTo>
                <a:lnTo>
                  <a:pt x="1839074" y="1228229"/>
                </a:lnTo>
                <a:lnTo>
                  <a:pt x="1887410" y="1228902"/>
                </a:lnTo>
                <a:lnTo>
                  <a:pt x="1936203" y="1224534"/>
                </a:lnTo>
                <a:lnTo>
                  <a:pt x="1982787" y="1215974"/>
                </a:lnTo>
                <a:lnTo>
                  <a:pt x="2027085" y="1203464"/>
                </a:lnTo>
                <a:lnTo>
                  <a:pt x="2069007" y="1187221"/>
                </a:lnTo>
                <a:lnTo>
                  <a:pt x="2108492" y="1167460"/>
                </a:lnTo>
                <a:lnTo>
                  <a:pt x="2145436" y="1144422"/>
                </a:lnTo>
                <a:lnTo>
                  <a:pt x="2179764" y="1118323"/>
                </a:lnTo>
                <a:lnTo>
                  <a:pt x="2211413" y="1089406"/>
                </a:lnTo>
                <a:lnTo>
                  <a:pt x="2240267" y="1057859"/>
                </a:lnTo>
                <a:lnTo>
                  <a:pt x="2266277" y="1023937"/>
                </a:lnTo>
                <a:lnTo>
                  <a:pt x="2289352" y="987856"/>
                </a:lnTo>
                <a:lnTo>
                  <a:pt x="2295588" y="976020"/>
                </a:lnTo>
                <a:lnTo>
                  <a:pt x="2309406" y="949845"/>
                </a:lnTo>
                <a:lnTo>
                  <a:pt x="2326348" y="910120"/>
                </a:lnTo>
                <a:lnTo>
                  <a:pt x="2340127" y="868908"/>
                </a:lnTo>
                <a:lnTo>
                  <a:pt x="2350630" y="826439"/>
                </a:lnTo>
                <a:lnTo>
                  <a:pt x="2357793" y="782929"/>
                </a:lnTo>
                <a:lnTo>
                  <a:pt x="2361539" y="738619"/>
                </a:lnTo>
                <a:lnTo>
                  <a:pt x="2361590" y="727062"/>
                </a:lnTo>
                <a:lnTo>
                  <a:pt x="2361717" y="704342"/>
                </a:lnTo>
                <a:lnTo>
                  <a:pt x="2361768" y="693724"/>
                </a:lnTo>
                <a:close/>
              </a:path>
            </a:pathLst>
          </a:custGeom>
          <a:solidFill>
            <a:srgbClr val="FF4F4F"/>
          </a:solidFill>
        </p:spPr>
        <p:txBody>
          <a:bodyPr wrap="square" lIns="0" tIns="0" rIns="0" bIns="0" rtlCol="0"/>
          <a:lstStyle/>
          <a:p>
            <a:endParaRPr sz="1200"/>
          </a:p>
        </p:txBody>
      </p:sp>
      <p:sp>
        <p:nvSpPr>
          <p:cNvPr id="7" name="object 7"/>
          <p:cNvSpPr/>
          <p:nvPr/>
        </p:nvSpPr>
        <p:spPr>
          <a:xfrm>
            <a:off x="7560802" y="2967454"/>
            <a:ext cx="683260" cy="750993"/>
          </a:xfrm>
          <a:custGeom>
            <a:avLst/>
            <a:gdLst/>
            <a:ahLst/>
            <a:cxnLst/>
            <a:rect l="l" t="t" r="r" b="b"/>
            <a:pathLst>
              <a:path w="1024890" h="1126489">
                <a:moveTo>
                  <a:pt x="866091" y="1126311"/>
                </a:moveTo>
                <a:lnTo>
                  <a:pt x="809259" y="1120265"/>
                </a:lnTo>
                <a:lnTo>
                  <a:pt x="758937" y="1107394"/>
                </a:lnTo>
                <a:lnTo>
                  <a:pt x="714761" y="1088173"/>
                </a:lnTo>
                <a:lnTo>
                  <a:pt x="676371" y="1063076"/>
                </a:lnTo>
                <a:lnTo>
                  <a:pt x="643405" y="1032577"/>
                </a:lnTo>
                <a:lnTo>
                  <a:pt x="615502" y="997152"/>
                </a:lnTo>
                <a:lnTo>
                  <a:pt x="592299" y="957274"/>
                </a:lnTo>
                <a:lnTo>
                  <a:pt x="562648" y="992997"/>
                </a:lnTo>
                <a:lnTo>
                  <a:pt x="529301" y="1024487"/>
                </a:lnTo>
                <a:lnTo>
                  <a:pt x="491775" y="1051049"/>
                </a:lnTo>
                <a:lnTo>
                  <a:pt x="449588" y="1071986"/>
                </a:lnTo>
                <a:lnTo>
                  <a:pt x="402259" y="1086602"/>
                </a:lnTo>
                <a:lnTo>
                  <a:pt x="349304" y="1094200"/>
                </a:lnTo>
                <a:lnTo>
                  <a:pt x="294858" y="1094270"/>
                </a:lnTo>
                <a:lnTo>
                  <a:pt x="246147" y="1086888"/>
                </a:lnTo>
                <a:lnTo>
                  <a:pt x="202882" y="1072680"/>
                </a:lnTo>
                <a:lnTo>
                  <a:pt x="164773" y="1052272"/>
                </a:lnTo>
                <a:lnTo>
                  <a:pt x="131530" y="1026293"/>
                </a:lnTo>
                <a:lnTo>
                  <a:pt x="102865" y="995368"/>
                </a:lnTo>
                <a:lnTo>
                  <a:pt x="78487" y="960124"/>
                </a:lnTo>
                <a:lnTo>
                  <a:pt x="58106" y="921189"/>
                </a:lnTo>
                <a:lnTo>
                  <a:pt x="41433" y="879187"/>
                </a:lnTo>
                <a:lnTo>
                  <a:pt x="28178" y="834748"/>
                </a:lnTo>
                <a:lnTo>
                  <a:pt x="18052" y="788496"/>
                </a:lnTo>
                <a:lnTo>
                  <a:pt x="10764" y="741060"/>
                </a:lnTo>
                <a:lnTo>
                  <a:pt x="6026" y="693065"/>
                </a:lnTo>
                <a:lnTo>
                  <a:pt x="2696" y="642352"/>
                </a:lnTo>
                <a:lnTo>
                  <a:pt x="598" y="590782"/>
                </a:lnTo>
                <a:lnTo>
                  <a:pt x="0" y="538783"/>
                </a:lnTo>
                <a:lnTo>
                  <a:pt x="1169" y="486784"/>
                </a:lnTo>
                <a:lnTo>
                  <a:pt x="4374" y="435214"/>
                </a:lnTo>
                <a:lnTo>
                  <a:pt x="21455" y="272646"/>
                </a:lnTo>
                <a:lnTo>
                  <a:pt x="34473" y="235039"/>
                </a:lnTo>
                <a:lnTo>
                  <a:pt x="73374" y="196137"/>
                </a:lnTo>
                <a:lnTo>
                  <a:pt x="108480" y="185621"/>
                </a:lnTo>
                <a:lnTo>
                  <a:pt x="146839" y="187760"/>
                </a:lnTo>
                <a:lnTo>
                  <a:pt x="185380" y="201290"/>
                </a:lnTo>
                <a:lnTo>
                  <a:pt x="220274" y="232508"/>
                </a:lnTo>
                <a:lnTo>
                  <a:pt x="243236" y="278913"/>
                </a:lnTo>
                <a:lnTo>
                  <a:pt x="257519" y="330381"/>
                </a:lnTo>
                <a:lnTo>
                  <a:pt x="266378" y="376786"/>
                </a:lnTo>
                <a:lnTo>
                  <a:pt x="273433" y="421308"/>
                </a:lnTo>
                <a:lnTo>
                  <a:pt x="278844" y="467751"/>
                </a:lnTo>
                <a:lnTo>
                  <a:pt x="291931" y="613513"/>
                </a:lnTo>
                <a:lnTo>
                  <a:pt x="297482" y="662548"/>
                </a:lnTo>
                <a:lnTo>
                  <a:pt x="304744" y="710958"/>
                </a:lnTo>
                <a:lnTo>
                  <a:pt x="314391" y="758234"/>
                </a:lnTo>
                <a:lnTo>
                  <a:pt x="327092" y="803867"/>
                </a:lnTo>
                <a:lnTo>
                  <a:pt x="343520" y="847348"/>
                </a:lnTo>
                <a:lnTo>
                  <a:pt x="363796" y="803652"/>
                </a:lnTo>
                <a:lnTo>
                  <a:pt x="382305" y="759421"/>
                </a:lnTo>
                <a:lnTo>
                  <a:pt x="399206" y="714761"/>
                </a:lnTo>
                <a:lnTo>
                  <a:pt x="414661" y="669780"/>
                </a:lnTo>
                <a:lnTo>
                  <a:pt x="428830" y="624585"/>
                </a:lnTo>
                <a:lnTo>
                  <a:pt x="441875" y="579282"/>
                </a:lnTo>
                <a:lnTo>
                  <a:pt x="455689" y="527684"/>
                </a:lnTo>
                <a:lnTo>
                  <a:pt x="468381" y="475913"/>
                </a:lnTo>
                <a:lnTo>
                  <a:pt x="480216" y="424026"/>
                </a:lnTo>
                <a:lnTo>
                  <a:pt x="491461" y="372081"/>
                </a:lnTo>
                <a:lnTo>
                  <a:pt x="524318" y="216477"/>
                </a:lnTo>
                <a:lnTo>
                  <a:pt x="535864" y="164879"/>
                </a:lnTo>
                <a:lnTo>
                  <a:pt x="548151" y="113513"/>
                </a:lnTo>
                <a:lnTo>
                  <a:pt x="561444" y="62436"/>
                </a:lnTo>
                <a:lnTo>
                  <a:pt x="612580" y="15398"/>
                </a:lnTo>
                <a:lnTo>
                  <a:pt x="656194" y="3619"/>
                </a:lnTo>
                <a:lnTo>
                  <a:pt x="704396" y="0"/>
                </a:lnTo>
                <a:lnTo>
                  <a:pt x="751604" y="4787"/>
                </a:lnTo>
                <a:lnTo>
                  <a:pt x="792235" y="18230"/>
                </a:lnTo>
                <a:lnTo>
                  <a:pt x="820707" y="40578"/>
                </a:lnTo>
                <a:lnTo>
                  <a:pt x="831438" y="72078"/>
                </a:lnTo>
                <a:lnTo>
                  <a:pt x="831083" y="118063"/>
                </a:lnTo>
                <a:lnTo>
                  <a:pt x="830169" y="165001"/>
                </a:lnTo>
                <a:lnTo>
                  <a:pt x="827580" y="261141"/>
                </a:lnTo>
                <a:lnTo>
                  <a:pt x="825501" y="359311"/>
                </a:lnTo>
                <a:lnTo>
                  <a:pt x="825224" y="408786"/>
                </a:lnTo>
                <a:lnTo>
                  <a:pt x="825761" y="458321"/>
                </a:lnTo>
                <a:lnTo>
                  <a:pt x="827339" y="507769"/>
                </a:lnTo>
                <a:lnTo>
                  <a:pt x="830189" y="556981"/>
                </a:lnTo>
                <a:lnTo>
                  <a:pt x="834537" y="605808"/>
                </a:lnTo>
                <a:lnTo>
                  <a:pt x="840614" y="654101"/>
                </a:lnTo>
                <a:lnTo>
                  <a:pt x="848648" y="701712"/>
                </a:lnTo>
                <a:lnTo>
                  <a:pt x="858866" y="748493"/>
                </a:lnTo>
                <a:lnTo>
                  <a:pt x="871499" y="794294"/>
                </a:lnTo>
                <a:lnTo>
                  <a:pt x="886774" y="838966"/>
                </a:lnTo>
                <a:lnTo>
                  <a:pt x="904920" y="882362"/>
                </a:lnTo>
                <a:lnTo>
                  <a:pt x="926167" y="924332"/>
                </a:lnTo>
                <a:lnTo>
                  <a:pt x="950742" y="964727"/>
                </a:lnTo>
                <a:lnTo>
                  <a:pt x="978874" y="1003400"/>
                </a:lnTo>
                <a:lnTo>
                  <a:pt x="1010791" y="1040201"/>
                </a:lnTo>
                <a:lnTo>
                  <a:pt x="1024713" y="1074613"/>
                </a:lnTo>
                <a:lnTo>
                  <a:pt x="1003559" y="1099985"/>
                </a:lnTo>
                <a:lnTo>
                  <a:pt x="965772" y="1116679"/>
                </a:lnTo>
                <a:lnTo>
                  <a:pt x="929792" y="1125056"/>
                </a:lnTo>
                <a:lnTo>
                  <a:pt x="866091" y="1126311"/>
                </a:lnTo>
                <a:close/>
              </a:path>
            </a:pathLst>
          </a:custGeom>
          <a:solidFill>
            <a:srgbClr val="FF4F4F"/>
          </a:solidFill>
        </p:spPr>
        <p:txBody>
          <a:bodyPr wrap="square" lIns="0" tIns="0" rIns="0" bIns="0" rtlCol="0"/>
          <a:lstStyle/>
          <a:p>
            <a:endParaRPr sz="1200"/>
          </a:p>
        </p:txBody>
      </p:sp>
      <p:cxnSp>
        <p:nvCxnSpPr>
          <p:cNvPr id="8" name="Straight Connector 7">
            <a:extLst>
              <a:ext uri="{FF2B5EF4-FFF2-40B4-BE49-F238E27FC236}">
                <a16:creationId xmlns:a16="http://schemas.microsoft.com/office/drawing/2014/main" id="{14C594E1-2DF0-DEFA-B851-521FE0A6CE9A}"/>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BFA4A83-56CE-4924-A3C0-9FBCB040CFBA}">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479</TotalTime>
  <Words>814</Words>
  <Application>Microsoft Office PowerPoint</Application>
  <PresentationFormat>Widescreen</PresentationFormat>
  <Paragraphs>96</Paragraphs>
  <Slides>22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Times New Roman</vt:lpstr>
      <vt:lpstr>Office Theme</vt:lpstr>
      <vt:lpstr>Sanjivani College of Engineering, Kopargaon-423603</vt:lpstr>
      <vt:lpstr>Group Members :</vt:lpstr>
      <vt:lpstr>Introduction : </vt:lpstr>
      <vt:lpstr>Functional Requirements : </vt:lpstr>
      <vt:lpstr>Non Functional Requirements : </vt:lpstr>
      <vt:lpstr>Use Case Diagram : </vt:lpstr>
      <vt:lpstr>Analysis Class Diagram : </vt:lpstr>
      <vt:lpstr>Design Class Diagram : </vt:lpstr>
      <vt:lpstr>Sequence Diagram – </vt:lpstr>
      <vt:lpstr>Sequence Diagram – </vt:lpstr>
      <vt:lpstr>Activity Diagram : </vt:lpstr>
      <vt:lpstr>State Machine Diagram : </vt:lpstr>
      <vt:lpstr>State Machine Diagram : </vt:lpstr>
      <vt:lpstr>Component Diagram : </vt:lpstr>
      <vt:lpstr>Deployment Diagram : </vt:lpstr>
      <vt:lpstr>Data Flow Diagram (DFD):</vt:lpstr>
      <vt:lpstr>Data Flow Diagram (DFD):</vt:lpstr>
      <vt:lpstr>Data Flow Diagram (DFD):</vt:lpstr>
      <vt:lpstr>Control Flow Diagram (CFD):</vt:lpstr>
      <vt:lpstr>Conclusion: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Sanjivani College of Engineering, Kopargaon-423603</dc:title>
  <dc:creator>Harshvardhan Rokade</dc:creator>
  <cp:lastModifiedBy>Divya Ghule</cp:lastModifiedBy>
  <cp:revision>44</cp:revision>
  <dcterms:created xsi:type="dcterms:W3CDTF">2025-05-18T09:19:01Z</dcterms:created>
  <dcterms:modified xsi:type="dcterms:W3CDTF">2026-04-19T17:25:16Z</dcterms:modified>
</cp:coreProperties>
</file>